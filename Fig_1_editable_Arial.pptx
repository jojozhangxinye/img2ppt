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Default Extension="svg" ContentType="image/svg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62" r:id="rId2"/>
  </p:sldIdLst>
  <p:sldSz cx="7559675" cy="10691813"/>
  <p:notesSz cx="6858000" cy="9144000"/>
  <p:defaultTextStyle>
    <a:defPPr>
      <a:defRPr lang="en-US">
        <a:latin typeface="Arial"/>
        <a:ea typeface="Arial"/>
        <a:cs typeface="Arial"/>
      </a:defRPr>
    </a:defPPr>
    <a:lvl1pPr marL="0" algn="l" defTabSz="4572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DD3EE"/>
    <a:srgbClr val="FA85DA"/>
    <a:srgbClr val="A2C4E2"/>
    <a:srgbClr val="F0B993"/>
    <a:srgbClr val="A7CF8C"/>
    <a:srgbClr val="6DA646"/>
    <a:srgbClr val="5593C9"/>
    <a:srgbClr val="E37832"/>
    <a:srgbClr val="78AB40"/>
    <a:srgbClr val="D855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710"/>
    <p:restoredTop sz="95728"/>
  </p:normalViewPr>
  <p:slideViewPr>
    <p:cSldViewPr snapToGrid="0">
      <p:cViewPr varScale="1">
        <p:scale>
          <a:sx n="71" d="100"/>
          <a:sy n="71" d="100"/>
        </p:scale>
        <p:origin x="192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749795"/>
            <a:ext cx="6425724" cy="3722335"/>
          </a:xfrm>
        </p:spPr>
        <p:txBody>
          <a:bodyPr anchor="b"/>
          <a:lstStyle>
            <a:lvl1pPr algn="ctr">
              <a:defRPr sz="4960">
                <a:latin typeface="Arial"/>
                <a:ea typeface="Arial"/>
                <a:cs typeface="Arial"/>
              </a:defRPr>
            </a:lvl1pPr>
          </a:lstStyle>
          <a:p>
            <a:r>
              <a:rPr lang="zh-CN" altLang="en-US">
                <a:latin typeface="Arial"/>
                <a:ea typeface="Arial"/>
                <a:cs typeface="Arial"/>
              </a:rPr>
              <a:t>单击此处编辑母版标题样式</a:t>
            </a:r>
            <a:endParaRPr lang="en-US" dirty="0">
              <a:latin typeface="Arial"/>
              <a:ea typeface="Arial"/>
              <a:cs typeface="Arial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5615678"/>
            <a:ext cx="5669756" cy="2581379"/>
          </a:xfrm>
        </p:spPr>
        <p:txBody>
          <a:bodyPr/>
          <a:lstStyle>
            <a:lvl1pPr marL="0" indent="0" algn="ctr">
              <a:buNone/>
              <a:defRPr sz="1984">
                <a:latin typeface="Arial"/>
                <a:ea typeface="Arial"/>
                <a:cs typeface="Arial"/>
              </a:defRPr>
            </a:lvl1pPr>
            <a:lvl2pPr marL="377967" indent="0" algn="ctr">
              <a:buNone/>
              <a:defRPr sz="1653">
                <a:latin typeface="Arial"/>
                <a:ea typeface="Arial"/>
                <a:cs typeface="Arial"/>
              </a:defRPr>
            </a:lvl2pPr>
            <a:lvl3pPr marL="755934" indent="0" algn="ctr">
              <a:buNone/>
              <a:defRPr sz="1488">
                <a:latin typeface="Arial"/>
                <a:ea typeface="Arial"/>
                <a:cs typeface="Arial"/>
              </a:defRPr>
            </a:lvl3pPr>
            <a:lvl4pPr marL="1133902" indent="0" algn="ctr">
              <a:buNone/>
              <a:defRPr sz="1323">
                <a:latin typeface="Arial"/>
                <a:ea typeface="Arial"/>
                <a:cs typeface="Arial"/>
              </a:defRPr>
            </a:lvl4pPr>
            <a:lvl5pPr marL="1511869" indent="0" algn="ctr">
              <a:buNone/>
              <a:defRPr sz="1323">
                <a:latin typeface="Arial"/>
                <a:ea typeface="Arial"/>
                <a:cs typeface="Arial"/>
              </a:defRPr>
            </a:lvl5pPr>
            <a:lvl6pPr marL="1889836" indent="0" algn="ctr">
              <a:buNone/>
              <a:defRPr sz="1323">
                <a:latin typeface="Arial"/>
                <a:ea typeface="Arial"/>
                <a:cs typeface="Arial"/>
              </a:defRPr>
            </a:lvl6pPr>
            <a:lvl7pPr marL="2267803" indent="0" algn="ctr">
              <a:buNone/>
              <a:defRPr sz="1323">
                <a:latin typeface="Arial"/>
                <a:ea typeface="Arial"/>
                <a:cs typeface="Arial"/>
              </a:defRPr>
            </a:lvl7pPr>
            <a:lvl8pPr marL="2645771" indent="0" algn="ctr">
              <a:buNone/>
              <a:defRPr sz="1323">
                <a:latin typeface="Arial"/>
                <a:ea typeface="Arial"/>
                <a:cs typeface="Arial"/>
              </a:defRPr>
            </a:lvl8pPr>
            <a:lvl9pPr marL="3023738" indent="0" algn="ctr">
              <a:buNone/>
              <a:defRPr sz="1323">
                <a:latin typeface="Arial"/>
                <a:ea typeface="Arial"/>
                <a:cs typeface="Arial"/>
              </a:defRPr>
            </a:lvl9pPr>
          </a:lstStyle>
          <a:p>
            <a:r>
              <a:rPr lang="zh-CN" altLang="en-US">
                <a:latin typeface="Arial"/>
                <a:ea typeface="Arial"/>
                <a:cs typeface="Arial"/>
              </a:rPr>
              <a:t>单击此处编辑母版副标题样式</a:t>
            </a:r>
            <a:endParaRPr lang="en-US" dirty="0">
              <a:latin typeface="Arial"/>
              <a:ea typeface="Arial"/>
              <a:cs typeface="Arial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91B8-51FD-DC4C-9984-34FF9FD13423}" type="datetimeFigureOut">
              <a:rPr kumimoji="1" lang="zh-CN" altLang="en-US" smtClean="0">
                <a:latin typeface="Arial"/>
                <a:ea typeface="Arial"/>
                <a:cs typeface="Arial"/>
              </a:rPr>
              <a:t>2026/10/22</a:t>
            </a:fld>
            <a:endParaRPr kumimoji="1" lang="zh-CN" altLang="en-US">
              <a:latin typeface="Arial"/>
              <a:ea typeface="Arial"/>
              <a:cs typeface="Arial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>
              <a:latin typeface="Arial"/>
              <a:ea typeface="Arial"/>
              <a:cs typeface="Arial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8FC9D-C073-2243-9F7D-CCBF7A4AAB7D}" type="slidenum">
              <a:rPr kumimoji="1" lang="zh-CN" altLang="en-US" smtClean="0">
                <a:latin typeface="Arial"/>
                <a:ea typeface="Arial"/>
                <a:cs typeface="Arial"/>
              </a:rPr>
              <a:t>‹#›</a:t>
            </a:fld>
            <a:endParaRPr kumimoji="1" lang="zh-CN" altLang="en-US"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51230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Arial"/>
                <a:ea typeface="Arial"/>
                <a:cs typeface="Arial"/>
              </a:rPr>
              <a:t>单击此处编辑母版标题样式</a:t>
            </a:r>
            <a:endParaRPr lang="en-US" dirty="0">
              <a:latin typeface="Arial"/>
              <a:ea typeface="Arial"/>
              <a:cs typeface="Arial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>
                <a:latin typeface="Arial"/>
                <a:ea typeface="Arial"/>
                <a:cs typeface="Arial"/>
              </a:rPr>
              <a:t>单击此处编辑母版文本样式</a:t>
            </a:r>
          </a:p>
          <a:p>
            <a:pPr lvl="1"/>
            <a:r>
              <a:rPr lang="zh-CN" altLang="en-US">
                <a:latin typeface="Arial"/>
                <a:ea typeface="Arial"/>
                <a:cs typeface="Arial"/>
              </a:rPr>
              <a:t>二级</a:t>
            </a:r>
          </a:p>
          <a:p>
            <a:pPr lvl="2"/>
            <a:r>
              <a:rPr lang="zh-CN" altLang="en-US">
                <a:latin typeface="Arial"/>
                <a:ea typeface="Arial"/>
                <a:cs typeface="Arial"/>
              </a:rPr>
              <a:t>三级</a:t>
            </a:r>
          </a:p>
          <a:p>
            <a:pPr lvl="3"/>
            <a:r>
              <a:rPr lang="zh-CN" altLang="en-US">
                <a:latin typeface="Arial"/>
                <a:ea typeface="Arial"/>
                <a:cs typeface="Arial"/>
              </a:rPr>
              <a:t>四级</a:t>
            </a:r>
          </a:p>
          <a:p>
            <a:pPr lvl="4"/>
            <a:r>
              <a:rPr lang="zh-CN" altLang="en-US">
                <a:latin typeface="Arial"/>
                <a:ea typeface="Arial"/>
                <a:cs typeface="Arial"/>
              </a:rPr>
              <a:t>五级</a:t>
            </a:r>
            <a:endParaRPr lang="en-US" dirty="0">
              <a:latin typeface="Arial"/>
              <a:ea typeface="Arial"/>
              <a:cs typeface="Arial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91B8-51FD-DC4C-9984-34FF9FD13423}" type="datetimeFigureOut">
              <a:rPr kumimoji="1" lang="zh-CN" altLang="en-US" smtClean="0">
                <a:latin typeface="Arial"/>
                <a:ea typeface="Arial"/>
                <a:cs typeface="Arial"/>
              </a:rPr>
              <a:t>2026/10/22</a:t>
            </a:fld>
            <a:endParaRPr kumimoji="1" lang="zh-CN" altLang="en-US">
              <a:latin typeface="Arial"/>
              <a:ea typeface="Arial"/>
              <a:cs typeface="Arial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>
              <a:latin typeface="Arial"/>
              <a:ea typeface="Arial"/>
              <a:cs typeface="Arial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8FC9D-C073-2243-9F7D-CCBF7A4AAB7D}" type="slidenum">
              <a:rPr kumimoji="1" lang="zh-CN" altLang="en-US" smtClean="0">
                <a:latin typeface="Arial"/>
                <a:ea typeface="Arial"/>
                <a:cs typeface="Arial"/>
              </a:rPr>
              <a:t>‹#›</a:t>
            </a:fld>
            <a:endParaRPr kumimoji="1" lang="zh-CN" altLang="en-US"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47413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2665532"/>
            <a:ext cx="6520220" cy="4447496"/>
          </a:xfrm>
        </p:spPr>
        <p:txBody>
          <a:bodyPr anchor="b"/>
          <a:lstStyle>
            <a:lvl1pPr>
              <a:defRPr sz="4960">
                <a:latin typeface="Arial"/>
                <a:ea typeface="Arial"/>
                <a:cs typeface="Arial"/>
              </a:defRPr>
            </a:lvl1pPr>
          </a:lstStyle>
          <a:p>
            <a:r>
              <a:rPr lang="zh-CN" altLang="en-US">
                <a:latin typeface="Arial"/>
                <a:ea typeface="Arial"/>
                <a:cs typeface="Arial"/>
              </a:rPr>
              <a:t>单击此处编辑母版标题样式</a:t>
            </a:r>
            <a:endParaRPr lang="en-US" dirty="0">
              <a:latin typeface="Arial"/>
              <a:ea typeface="Arial"/>
              <a:cs typeface="Arial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7155103"/>
            <a:ext cx="6520220" cy="2338833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377967" indent="0">
              <a:buNone/>
              <a:defRPr sz="1653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2pPr>
            <a:lvl3pPr marL="755934" indent="0">
              <a:buNone/>
              <a:defRPr sz="1488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3pPr>
            <a:lvl4pPr marL="1133902" indent="0">
              <a:buNone/>
              <a:defRPr sz="1323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4pPr>
            <a:lvl5pPr marL="1511869" indent="0">
              <a:buNone/>
              <a:defRPr sz="1323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5pPr>
            <a:lvl6pPr marL="1889836" indent="0">
              <a:buNone/>
              <a:defRPr sz="1323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6pPr>
            <a:lvl7pPr marL="2267803" indent="0">
              <a:buNone/>
              <a:defRPr sz="1323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7pPr>
            <a:lvl8pPr marL="2645771" indent="0">
              <a:buNone/>
              <a:defRPr sz="1323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8pPr>
            <a:lvl9pPr marL="3023738" indent="0">
              <a:buNone/>
              <a:defRPr sz="1323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9pPr>
          </a:lstStyle>
          <a:p>
            <a:pPr lvl="0"/>
            <a:r>
              <a:rPr lang="zh-CN" altLang="en-US">
                <a:latin typeface="Arial"/>
                <a:ea typeface="Arial"/>
                <a:cs typeface="Arial"/>
              </a:rPr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91B8-51FD-DC4C-9984-34FF9FD13423}" type="datetimeFigureOut">
              <a:rPr kumimoji="1" lang="zh-CN" altLang="en-US" smtClean="0">
                <a:latin typeface="Arial"/>
                <a:ea typeface="Arial"/>
                <a:cs typeface="Arial"/>
              </a:rPr>
              <a:t>2026/10/22</a:t>
            </a:fld>
            <a:endParaRPr kumimoji="1" lang="zh-CN" altLang="en-US">
              <a:latin typeface="Arial"/>
              <a:ea typeface="Arial"/>
              <a:cs typeface="Arial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>
              <a:latin typeface="Arial"/>
              <a:ea typeface="Arial"/>
              <a:cs typeface="Arial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8FC9D-C073-2243-9F7D-CCBF7A4AAB7D}" type="slidenum">
              <a:rPr kumimoji="1" lang="zh-CN" altLang="en-US" smtClean="0">
                <a:latin typeface="Arial"/>
                <a:ea typeface="Arial"/>
                <a:cs typeface="Arial"/>
              </a:rPr>
              <a:t>‹#›</a:t>
            </a:fld>
            <a:endParaRPr kumimoji="1" lang="zh-CN" altLang="en-US"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10418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Arial"/>
                <a:ea typeface="Arial"/>
                <a:cs typeface="Arial"/>
              </a:rPr>
              <a:t>单击此处编辑母版标题样式</a:t>
            </a:r>
            <a:endParaRPr lang="en-US" dirty="0">
              <a:latin typeface="Arial"/>
              <a:ea typeface="Arial"/>
              <a:cs typeface="Arial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2846200"/>
            <a:ext cx="3212862" cy="6783857"/>
          </a:xfrm>
        </p:spPr>
        <p:txBody>
          <a:bodyPr/>
          <a:lstStyle/>
          <a:p>
            <a:pPr lvl="0"/>
            <a:r>
              <a:rPr lang="zh-CN" altLang="en-US">
                <a:latin typeface="Arial"/>
                <a:ea typeface="Arial"/>
                <a:cs typeface="Arial"/>
              </a:rPr>
              <a:t>单击此处编辑母版文本样式</a:t>
            </a:r>
          </a:p>
          <a:p>
            <a:pPr lvl="1"/>
            <a:r>
              <a:rPr lang="zh-CN" altLang="en-US">
                <a:latin typeface="Arial"/>
                <a:ea typeface="Arial"/>
                <a:cs typeface="Arial"/>
              </a:rPr>
              <a:t>二级</a:t>
            </a:r>
          </a:p>
          <a:p>
            <a:pPr lvl="2"/>
            <a:r>
              <a:rPr lang="zh-CN" altLang="en-US">
                <a:latin typeface="Arial"/>
                <a:ea typeface="Arial"/>
                <a:cs typeface="Arial"/>
              </a:rPr>
              <a:t>三级</a:t>
            </a:r>
          </a:p>
          <a:p>
            <a:pPr lvl="3"/>
            <a:r>
              <a:rPr lang="zh-CN" altLang="en-US">
                <a:latin typeface="Arial"/>
                <a:ea typeface="Arial"/>
                <a:cs typeface="Arial"/>
              </a:rPr>
              <a:t>四级</a:t>
            </a:r>
          </a:p>
          <a:p>
            <a:pPr lvl="4"/>
            <a:r>
              <a:rPr lang="zh-CN" altLang="en-US">
                <a:latin typeface="Arial"/>
                <a:ea typeface="Arial"/>
                <a:cs typeface="Arial"/>
              </a:rPr>
              <a:t>五级</a:t>
            </a:r>
            <a:endParaRPr lang="en-US" dirty="0">
              <a:latin typeface="Arial"/>
              <a:ea typeface="Arial"/>
              <a:cs typeface="Arial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2846200"/>
            <a:ext cx="3212862" cy="6783857"/>
          </a:xfrm>
        </p:spPr>
        <p:txBody>
          <a:bodyPr/>
          <a:lstStyle/>
          <a:p>
            <a:pPr lvl="0"/>
            <a:r>
              <a:rPr lang="zh-CN" altLang="en-US">
                <a:latin typeface="Arial"/>
                <a:ea typeface="Arial"/>
                <a:cs typeface="Arial"/>
              </a:rPr>
              <a:t>单击此处编辑母版文本样式</a:t>
            </a:r>
          </a:p>
          <a:p>
            <a:pPr lvl="1"/>
            <a:r>
              <a:rPr lang="zh-CN" altLang="en-US">
                <a:latin typeface="Arial"/>
                <a:ea typeface="Arial"/>
                <a:cs typeface="Arial"/>
              </a:rPr>
              <a:t>二级</a:t>
            </a:r>
          </a:p>
          <a:p>
            <a:pPr lvl="2"/>
            <a:r>
              <a:rPr lang="zh-CN" altLang="en-US">
                <a:latin typeface="Arial"/>
                <a:ea typeface="Arial"/>
                <a:cs typeface="Arial"/>
              </a:rPr>
              <a:t>三级</a:t>
            </a:r>
          </a:p>
          <a:p>
            <a:pPr lvl="3"/>
            <a:r>
              <a:rPr lang="zh-CN" altLang="en-US">
                <a:latin typeface="Arial"/>
                <a:ea typeface="Arial"/>
                <a:cs typeface="Arial"/>
              </a:rPr>
              <a:t>四级</a:t>
            </a:r>
          </a:p>
          <a:p>
            <a:pPr lvl="4"/>
            <a:r>
              <a:rPr lang="zh-CN" altLang="en-US">
                <a:latin typeface="Arial"/>
                <a:ea typeface="Arial"/>
                <a:cs typeface="Arial"/>
              </a:rPr>
              <a:t>五级</a:t>
            </a:r>
            <a:endParaRPr lang="en-US" dirty="0">
              <a:latin typeface="Arial"/>
              <a:ea typeface="Arial"/>
              <a:cs typeface="Arial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91B8-51FD-DC4C-9984-34FF9FD13423}" type="datetimeFigureOut">
              <a:rPr kumimoji="1" lang="zh-CN" altLang="en-US" smtClean="0">
                <a:latin typeface="Arial"/>
                <a:ea typeface="Arial"/>
                <a:cs typeface="Arial"/>
              </a:rPr>
              <a:t>2026/10/22</a:t>
            </a:fld>
            <a:endParaRPr kumimoji="1" lang="zh-CN" altLang="en-US">
              <a:latin typeface="Arial"/>
              <a:ea typeface="Arial"/>
              <a:cs typeface="Arial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>
              <a:latin typeface="Arial"/>
              <a:ea typeface="Arial"/>
              <a:cs typeface="Arial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8FC9D-C073-2243-9F7D-CCBF7A4AAB7D}" type="slidenum">
              <a:rPr kumimoji="1" lang="zh-CN" altLang="en-US" smtClean="0">
                <a:latin typeface="Arial"/>
                <a:ea typeface="Arial"/>
                <a:cs typeface="Arial"/>
              </a:rPr>
              <a:t>‹#›</a:t>
            </a:fld>
            <a:endParaRPr kumimoji="1" lang="zh-CN" altLang="en-US"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54162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569242"/>
            <a:ext cx="6520220" cy="2066590"/>
          </a:xfrm>
        </p:spPr>
        <p:txBody>
          <a:bodyPr/>
          <a:lstStyle/>
          <a:p>
            <a:r>
              <a:rPr lang="zh-CN" altLang="en-US">
                <a:latin typeface="Arial"/>
                <a:ea typeface="Arial"/>
                <a:cs typeface="Arial"/>
              </a:rPr>
              <a:t>单击此处编辑母版标题样式</a:t>
            </a:r>
            <a:endParaRPr lang="en-US" dirty="0">
              <a:latin typeface="Arial"/>
              <a:ea typeface="Arial"/>
              <a:cs typeface="Arial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2620980"/>
            <a:ext cx="3198096" cy="1284502"/>
          </a:xfrm>
        </p:spPr>
        <p:txBody>
          <a:bodyPr anchor="b"/>
          <a:lstStyle>
            <a:lvl1pPr marL="0" indent="0">
              <a:buNone/>
              <a:defRPr sz="1984" b="1">
                <a:latin typeface="Arial"/>
                <a:ea typeface="Arial"/>
                <a:cs typeface="Arial"/>
              </a:defRPr>
            </a:lvl1pPr>
            <a:lvl2pPr marL="377967" indent="0">
              <a:buNone/>
              <a:defRPr sz="1653" b="1">
                <a:latin typeface="Arial"/>
                <a:ea typeface="Arial"/>
                <a:cs typeface="Arial"/>
              </a:defRPr>
            </a:lvl2pPr>
            <a:lvl3pPr marL="755934" indent="0">
              <a:buNone/>
              <a:defRPr sz="1488" b="1">
                <a:latin typeface="Arial"/>
                <a:ea typeface="Arial"/>
                <a:cs typeface="Arial"/>
              </a:defRPr>
            </a:lvl3pPr>
            <a:lvl4pPr marL="1133902" indent="0">
              <a:buNone/>
              <a:defRPr sz="1323" b="1">
                <a:latin typeface="Arial"/>
                <a:ea typeface="Arial"/>
                <a:cs typeface="Arial"/>
              </a:defRPr>
            </a:lvl4pPr>
            <a:lvl5pPr marL="1511869" indent="0">
              <a:buNone/>
              <a:defRPr sz="1323" b="1">
                <a:latin typeface="Arial"/>
                <a:ea typeface="Arial"/>
                <a:cs typeface="Arial"/>
              </a:defRPr>
            </a:lvl5pPr>
            <a:lvl6pPr marL="1889836" indent="0">
              <a:buNone/>
              <a:defRPr sz="1323" b="1">
                <a:latin typeface="Arial"/>
                <a:ea typeface="Arial"/>
                <a:cs typeface="Arial"/>
              </a:defRPr>
            </a:lvl6pPr>
            <a:lvl7pPr marL="2267803" indent="0">
              <a:buNone/>
              <a:defRPr sz="1323" b="1">
                <a:latin typeface="Arial"/>
                <a:ea typeface="Arial"/>
                <a:cs typeface="Arial"/>
              </a:defRPr>
            </a:lvl7pPr>
            <a:lvl8pPr marL="2645771" indent="0">
              <a:buNone/>
              <a:defRPr sz="1323" b="1">
                <a:latin typeface="Arial"/>
                <a:ea typeface="Arial"/>
                <a:cs typeface="Arial"/>
              </a:defRPr>
            </a:lvl8pPr>
            <a:lvl9pPr marL="3023738" indent="0">
              <a:buNone/>
              <a:defRPr sz="1323" b="1">
                <a:latin typeface="Arial"/>
                <a:ea typeface="Arial"/>
                <a:cs typeface="Arial"/>
              </a:defRPr>
            </a:lvl9pPr>
          </a:lstStyle>
          <a:p>
            <a:pPr lvl="0"/>
            <a:r>
              <a:rPr lang="zh-CN" altLang="en-US">
                <a:latin typeface="Arial"/>
                <a:ea typeface="Arial"/>
                <a:cs typeface="Arial"/>
              </a:rPr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3905482"/>
            <a:ext cx="3198096" cy="5744375"/>
          </a:xfrm>
        </p:spPr>
        <p:txBody>
          <a:bodyPr/>
          <a:lstStyle/>
          <a:p>
            <a:pPr lvl="0"/>
            <a:r>
              <a:rPr lang="zh-CN" altLang="en-US">
                <a:latin typeface="Arial"/>
                <a:ea typeface="Arial"/>
                <a:cs typeface="Arial"/>
              </a:rPr>
              <a:t>单击此处编辑母版文本样式</a:t>
            </a:r>
          </a:p>
          <a:p>
            <a:pPr lvl="1"/>
            <a:r>
              <a:rPr lang="zh-CN" altLang="en-US">
                <a:latin typeface="Arial"/>
                <a:ea typeface="Arial"/>
                <a:cs typeface="Arial"/>
              </a:rPr>
              <a:t>二级</a:t>
            </a:r>
          </a:p>
          <a:p>
            <a:pPr lvl="2"/>
            <a:r>
              <a:rPr lang="zh-CN" altLang="en-US">
                <a:latin typeface="Arial"/>
                <a:ea typeface="Arial"/>
                <a:cs typeface="Arial"/>
              </a:rPr>
              <a:t>三级</a:t>
            </a:r>
          </a:p>
          <a:p>
            <a:pPr lvl="3"/>
            <a:r>
              <a:rPr lang="zh-CN" altLang="en-US">
                <a:latin typeface="Arial"/>
                <a:ea typeface="Arial"/>
                <a:cs typeface="Arial"/>
              </a:rPr>
              <a:t>四级</a:t>
            </a:r>
          </a:p>
          <a:p>
            <a:pPr lvl="4"/>
            <a:r>
              <a:rPr lang="zh-CN" altLang="en-US">
                <a:latin typeface="Arial"/>
                <a:ea typeface="Arial"/>
                <a:cs typeface="Arial"/>
              </a:rPr>
              <a:t>五级</a:t>
            </a:r>
            <a:endParaRPr lang="en-US" dirty="0">
              <a:latin typeface="Arial"/>
              <a:ea typeface="Arial"/>
              <a:cs typeface="Arial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2620980"/>
            <a:ext cx="3213847" cy="1284502"/>
          </a:xfrm>
        </p:spPr>
        <p:txBody>
          <a:bodyPr anchor="b"/>
          <a:lstStyle>
            <a:lvl1pPr marL="0" indent="0">
              <a:buNone/>
              <a:defRPr sz="1984" b="1">
                <a:latin typeface="Arial"/>
                <a:ea typeface="Arial"/>
                <a:cs typeface="Arial"/>
              </a:defRPr>
            </a:lvl1pPr>
            <a:lvl2pPr marL="377967" indent="0">
              <a:buNone/>
              <a:defRPr sz="1653" b="1">
                <a:latin typeface="Arial"/>
                <a:ea typeface="Arial"/>
                <a:cs typeface="Arial"/>
              </a:defRPr>
            </a:lvl2pPr>
            <a:lvl3pPr marL="755934" indent="0">
              <a:buNone/>
              <a:defRPr sz="1488" b="1">
                <a:latin typeface="Arial"/>
                <a:ea typeface="Arial"/>
                <a:cs typeface="Arial"/>
              </a:defRPr>
            </a:lvl3pPr>
            <a:lvl4pPr marL="1133902" indent="0">
              <a:buNone/>
              <a:defRPr sz="1323" b="1">
                <a:latin typeface="Arial"/>
                <a:ea typeface="Arial"/>
                <a:cs typeface="Arial"/>
              </a:defRPr>
            </a:lvl4pPr>
            <a:lvl5pPr marL="1511869" indent="0">
              <a:buNone/>
              <a:defRPr sz="1323" b="1">
                <a:latin typeface="Arial"/>
                <a:ea typeface="Arial"/>
                <a:cs typeface="Arial"/>
              </a:defRPr>
            </a:lvl5pPr>
            <a:lvl6pPr marL="1889836" indent="0">
              <a:buNone/>
              <a:defRPr sz="1323" b="1">
                <a:latin typeface="Arial"/>
                <a:ea typeface="Arial"/>
                <a:cs typeface="Arial"/>
              </a:defRPr>
            </a:lvl6pPr>
            <a:lvl7pPr marL="2267803" indent="0">
              <a:buNone/>
              <a:defRPr sz="1323" b="1">
                <a:latin typeface="Arial"/>
                <a:ea typeface="Arial"/>
                <a:cs typeface="Arial"/>
              </a:defRPr>
            </a:lvl7pPr>
            <a:lvl8pPr marL="2645771" indent="0">
              <a:buNone/>
              <a:defRPr sz="1323" b="1">
                <a:latin typeface="Arial"/>
                <a:ea typeface="Arial"/>
                <a:cs typeface="Arial"/>
              </a:defRPr>
            </a:lvl8pPr>
            <a:lvl9pPr marL="3023738" indent="0">
              <a:buNone/>
              <a:defRPr sz="1323" b="1">
                <a:latin typeface="Arial"/>
                <a:ea typeface="Arial"/>
                <a:cs typeface="Arial"/>
              </a:defRPr>
            </a:lvl9pPr>
          </a:lstStyle>
          <a:p>
            <a:pPr lvl="0"/>
            <a:r>
              <a:rPr lang="zh-CN" altLang="en-US">
                <a:latin typeface="Arial"/>
                <a:ea typeface="Arial"/>
                <a:cs typeface="Arial"/>
              </a:rPr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3905482"/>
            <a:ext cx="3213847" cy="5744375"/>
          </a:xfrm>
        </p:spPr>
        <p:txBody>
          <a:bodyPr/>
          <a:lstStyle/>
          <a:p>
            <a:pPr lvl="0"/>
            <a:r>
              <a:rPr lang="zh-CN" altLang="en-US">
                <a:latin typeface="Arial"/>
                <a:ea typeface="Arial"/>
                <a:cs typeface="Arial"/>
              </a:rPr>
              <a:t>单击此处编辑母版文本样式</a:t>
            </a:r>
          </a:p>
          <a:p>
            <a:pPr lvl="1"/>
            <a:r>
              <a:rPr lang="zh-CN" altLang="en-US">
                <a:latin typeface="Arial"/>
                <a:ea typeface="Arial"/>
                <a:cs typeface="Arial"/>
              </a:rPr>
              <a:t>二级</a:t>
            </a:r>
          </a:p>
          <a:p>
            <a:pPr lvl="2"/>
            <a:r>
              <a:rPr lang="zh-CN" altLang="en-US">
                <a:latin typeface="Arial"/>
                <a:ea typeface="Arial"/>
                <a:cs typeface="Arial"/>
              </a:rPr>
              <a:t>三级</a:t>
            </a:r>
          </a:p>
          <a:p>
            <a:pPr lvl="3"/>
            <a:r>
              <a:rPr lang="zh-CN" altLang="en-US">
                <a:latin typeface="Arial"/>
                <a:ea typeface="Arial"/>
                <a:cs typeface="Arial"/>
              </a:rPr>
              <a:t>四级</a:t>
            </a:r>
          </a:p>
          <a:p>
            <a:pPr lvl="4"/>
            <a:r>
              <a:rPr lang="zh-CN" altLang="en-US">
                <a:latin typeface="Arial"/>
                <a:ea typeface="Arial"/>
                <a:cs typeface="Arial"/>
              </a:rPr>
              <a:t>五级</a:t>
            </a:r>
            <a:endParaRPr lang="en-US" dirty="0">
              <a:latin typeface="Arial"/>
              <a:ea typeface="Arial"/>
              <a:cs typeface="Arial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91B8-51FD-DC4C-9984-34FF9FD13423}" type="datetimeFigureOut">
              <a:rPr kumimoji="1" lang="zh-CN" altLang="en-US" smtClean="0">
                <a:latin typeface="Arial"/>
                <a:ea typeface="Arial"/>
                <a:cs typeface="Arial"/>
              </a:rPr>
              <a:t>2026/10/22</a:t>
            </a:fld>
            <a:endParaRPr kumimoji="1" lang="zh-CN" altLang="en-US">
              <a:latin typeface="Arial"/>
              <a:ea typeface="Arial"/>
              <a:cs typeface="Arial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>
              <a:latin typeface="Arial"/>
              <a:ea typeface="Arial"/>
              <a:cs typeface="Arial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8FC9D-C073-2243-9F7D-CCBF7A4AAB7D}" type="slidenum">
              <a:rPr kumimoji="1" lang="zh-CN" altLang="en-US" smtClean="0">
                <a:latin typeface="Arial"/>
                <a:ea typeface="Arial"/>
                <a:cs typeface="Arial"/>
              </a:rPr>
              <a:t>‹#›</a:t>
            </a:fld>
            <a:endParaRPr kumimoji="1" lang="zh-CN" altLang="en-US"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89250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Arial"/>
                <a:ea typeface="Arial"/>
                <a:cs typeface="Arial"/>
              </a:rPr>
              <a:t>单击此处编辑母版标题样式</a:t>
            </a:r>
            <a:endParaRPr lang="en-US" dirty="0">
              <a:latin typeface="Arial"/>
              <a:ea typeface="Arial"/>
              <a:cs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91B8-51FD-DC4C-9984-34FF9FD13423}" type="datetimeFigureOut">
              <a:rPr kumimoji="1" lang="zh-CN" altLang="en-US" smtClean="0">
                <a:latin typeface="Arial"/>
                <a:ea typeface="Arial"/>
                <a:cs typeface="Arial"/>
              </a:rPr>
              <a:t>2026/10/22</a:t>
            </a:fld>
            <a:endParaRPr kumimoji="1" lang="zh-CN" altLang="en-US">
              <a:latin typeface="Arial"/>
              <a:ea typeface="Arial"/>
              <a:cs typeface="Arial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>
              <a:latin typeface="Arial"/>
              <a:ea typeface="Arial"/>
              <a:cs typeface="Arial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8FC9D-C073-2243-9F7D-CCBF7A4AAB7D}" type="slidenum">
              <a:rPr kumimoji="1" lang="zh-CN" altLang="en-US" smtClean="0">
                <a:latin typeface="Arial"/>
                <a:ea typeface="Arial"/>
                <a:cs typeface="Arial"/>
              </a:rPr>
              <a:t>‹#›</a:t>
            </a:fld>
            <a:endParaRPr kumimoji="1" lang="zh-CN" altLang="en-US"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3665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91B8-51FD-DC4C-9984-34FF9FD13423}" type="datetimeFigureOut">
              <a:rPr kumimoji="1" lang="zh-CN" altLang="en-US" smtClean="0">
                <a:latin typeface="Arial"/>
                <a:ea typeface="Arial"/>
                <a:cs typeface="Arial"/>
              </a:rPr>
              <a:t>2026/10/22</a:t>
            </a:fld>
            <a:endParaRPr kumimoji="1" lang="zh-CN" altLang="en-US">
              <a:latin typeface="Arial"/>
              <a:ea typeface="Arial"/>
              <a:cs typeface="Arial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8FC9D-C073-2243-9F7D-CCBF7A4AAB7D}" type="slidenum">
              <a:rPr kumimoji="1" lang="zh-CN" altLang="en-US" smtClean="0">
                <a:latin typeface="Arial"/>
                <a:ea typeface="Arial"/>
                <a:cs typeface="Arial"/>
              </a:rPr>
              <a:t>‹#›</a:t>
            </a:fld>
            <a:endParaRPr kumimoji="1" lang="zh-CN" altLang="en-US"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51909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>
                <a:latin typeface="Arial"/>
                <a:ea typeface="Arial"/>
                <a:cs typeface="Arial"/>
              </a:defRPr>
            </a:lvl1pPr>
          </a:lstStyle>
          <a:p>
            <a:r>
              <a:rPr lang="zh-CN" altLang="en-US">
                <a:latin typeface="Arial"/>
                <a:ea typeface="Arial"/>
                <a:cs typeface="Arial"/>
              </a:rPr>
              <a:t>单击此处编辑母版标题样式</a:t>
            </a:r>
            <a:endParaRPr lang="en-US" dirty="0">
              <a:latin typeface="Arial"/>
              <a:ea typeface="Arial"/>
              <a:cs typeface="Arial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539425"/>
            <a:ext cx="3827085" cy="7598117"/>
          </a:xfrm>
        </p:spPr>
        <p:txBody>
          <a:bodyPr/>
          <a:lstStyle>
            <a:lvl1pPr>
              <a:defRPr sz="2645">
                <a:latin typeface="Arial"/>
                <a:ea typeface="Arial"/>
                <a:cs typeface="Arial"/>
              </a:defRPr>
            </a:lvl1pPr>
            <a:lvl2pPr>
              <a:defRPr sz="2315">
                <a:latin typeface="Arial"/>
                <a:ea typeface="Arial"/>
                <a:cs typeface="Arial"/>
              </a:defRPr>
            </a:lvl2pPr>
            <a:lvl3pPr>
              <a:defRPr sz="1984">
                <a:latin typeface="Arial"/>
                <a:ea typeface="Arial"/>
                <a:cs typeface="Arial"/>
              </a:defRPr>
            </a:lvl3pPr>
            <a:lvl4pPr>
              <a:defRPr sz="1653">
                <a:latin typeface="Arial"/>
                <a:ea typeface="Arial"/>
                <a:cs typeface="Arial"/>
              </a:defRPr>
            </a:lvl4pPr>
            <a:lvl5pPr>
              <a:defRPr sz="1653">
                <a:latin typeface="Arial"/>
                <a:ea typeface="Arial"/>
                <a:cs typeface="Arial"/>
              </a:defRPr>
            </a:lvl5pPr>
            <a:lvl6pPr>
              <a:defRPr sz="1653">
                <a:latin typeface="Arial"/>
                <a:ea typeface="Arial"/>
                <a:cs typeface="Arial"/>
              </a:defRPr>
            </a:lvl6pPr>
            <a:lvl7pPr>
              <a:defRPr sz="1653">
                <a:latin typeface="Arial"/>
                <a:ea typeface="Arial"/>
                <a:cs typeface="Arial"/>
              </a:defRPr>
            </a:lvl7pPr>
            <a:lvl8pPr>
              <a:defRPr sz="1653">
                <a:latin typeface="Arial"/>
                <a:ea typeface="Arial"/>
                <a:cs typeface="Arial"/>
              </a:defRPr>
            </a:lvl8pPr>
            <a:lvl9pPr>
              <a:defRPr sz="1653">
                <a:latin typeface="Arial"/>
                <a:ea typeface="Arial"/>
                <a:cs typeface="Arial"/>
              </a:defRPr>
            </a:lvl9pPr>
          </a:lstStyle>
          <a:p>
            <a:pPr lvl="0"/>
            <a:r>
              <a:rPr lang="zh-CN" altLang="en-US">
                <a:latin typeface="Arial"/>
                <a:ea typeface="Arial"/>
                <a:cs typeface="Arial"/>
              </a:rPr>
              <a:t>单击此处编辑母版文本样式</a:t>
            </a:r>
          </a:p>
          <a:p>
            <a:pPr lvl="1"/>
            <a:r>
              <a:rPr lang="zh-CN" altLang="en-US">
                <a:latin typeface="Arial"/>
                <a:ea typeface="Arial"/>
                <a:cs typeface="Arial"/>
              </a:rPr>
              <a:t>二级</a:t>
            </a:r>
          </a:p>
          <a:p>
            <a:pPr lvl="2"/>
            <a:r>
              <a:rPr lang="zh-CN" altLang="en-US">
                <a:latin typeface="Arial"/>
                <a:ea typeface="Arial"/>
                <a:cs typeface="Arial"/>
              </a:rPr>
              <a:t>三级</a:t>
            </a:r>
          </a:p>
          <a:p>
            <a:pPr lvl="3"/>
            <a:r>
              <a:rPr lang="zh-CN" altLang="en-US">
                <a:latin typeface="Arial"/>
                <a:ea typeface="Arial"/>
                <a:cs typeface="Arial"/>
              </a:rPr>
              <a:t>四级</a:t>
            </a:r>
          </a:p>
          <a:p>
            <a:pPr lvl="4"/>
            <a:r>
              <a:rPr lang="zh-CN" altLang="en-US">
                <a:latin typeface="Arial"/>
                <a:ea typeface="Arial"/>
                <a:cs typeface="Arial"/>
              </a:rPr>
              <a:t>五级</a:t>
            </a:r>
            <a:endParaRPr lang="en-US" dirty="0">
              <a:latin typeface="Arial"/>
              <a:ea typeface="Arial"/>
              <a:cs typeface="Arial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>
                <a:latin typeface="Arial"/>
                <a:ea typeface="Arial"/>
                <a:cs typeface="Arial"/>
              </a:defRPr>
            </a:lvl1pPr>
            <a:lvl2pPr marL="377967" indent="0">
              <a:buNone/>
              <a:defRPr sz="1157">
                <a:latin typeface="Arial"/>
                <a:ea typeface="Arial"/>
                <a:cs typeface="Arial"/>
              </a:defRPr>
            </a:lvl2pPr>
            <a:lvl3pPr marL="755934" indent="0">
              <a:buNone/>
              <a:defRPr sz="992">
                <a:latin typeface="Arial"/>
                <a:ea typeface="Arial"/>
                <a:cs typeface="Arial"/>
              </a:defRPr>
            </a:lvl3pPr>
            <a:lvl4pPr marL="1133902" indent="0">
              <a:buNone/>
              <a:defRPr sz="827">
                <a:latin typeface="Arial"/>
                <a:ea typeface="Arial"/>
                <a:cs typeface="Arial"/>
              </a:defRPr>
            </a:lvl4pPr>
            <a:lvl5pPr marL="1511869" indent="0">
              <a:buNone/>
              <a:defRPr sz="827">
                <a:latin typeface="Arial"/>
                <a:ea typeface="Arial"/>
                <a:cs typeface="Arial"/>
              </a:defRPr>
            </a:lvl5pPr>
            <a:lvl6pPr marL="1889836" indent="0">
              <a:buNone/>
              <a:defRPr sz="827">
                <a:latin typeface="Arial"/>
                <a:ea typeface="Arial"/>
                <a:cs typeface="Arial"/>
              </a:defRPr>
            </a:lvl6pPr>
            <a:lvl7pPr marL="2267803" indent="0">
              <a:buNone/>
              <a:defRPr sz="827">
                <a:latin typeface="Arial"/>
                <a:ea typeface="Arial"/>
                <a:cs typeface="Arial"/>
              </a:defRPr>
            </a:lvl7pPr>
            <a:lvl8pPr marL="2645771" indent="0">
              <a:buNone/>
              <a:defRPr sz="827">
                <a:latin typeface="Arial"/>
                <a:ea typeface="Arial"/>
                <a:cs typeface="Arial"/>
              </a:defRPr>
            </a:lvl8pPr>
            <a:lvl9pPr marL="3023738" indent="0">
              <a:buNone/>
              <a:defRPr sz="827">
                <a:latin typeface="Arial"/>
                <a:ea typeface="Arial"/>
                <a:cs typeface="Arial"/>
              </a:defRPr>
            </a:lvl9pPr>
          </a:lstStyle>
          <a:p>
            <a:pPr lvl="0"/>
            <a:r>
              <a:rPr lang="zh-CN" altLang="en-US">
                <a:latin typeface="Arial"/>
                <a:ea typeface="Arial"/>
                <a:cs typeface="Arial"/>
              </a:rPr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91B8-51FD-DC4C-9984-34FF9FD13423}" type="datetimeFigureOut">
              <a:rPr kumimoji="1" lang="zh-CN" altLang="en-US" smtClean="0">
                <a:latin typeface="Arial"/>
                <a:ea typeface="Arial"/>
                <a:cs typeface="Arial"/>
              </a:rPr>
              <a:t>2026/10/22</a:t>
            </a:fld>
            <a:endParaRPr kumimoji="1" lang="zh-CN" altLang="en-US">
              <a:latin typeface="Arial"/>
              <a:ea typeface="Arial"/>
              <a:cs typeface="Arial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>
              <a:latin typeface="Arial"/>
              <a:ea typeface="Arial"/>
              <a:cs typeface="Arial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8FC9D-C073-2243-9F7D-CCBF7A4AAB7D}" type="slidenum">
              <a:rPr kumimoji="1" lang="zh-CN" altLang="en-US" smtClean="0">
                <a:latin typeface="Arial"/>
                <a:ea typeface="Arial"/>
                <a:cs typeface="Arial"/>
              </a:rPr>
              <a:t>‹#›</a:t>
            </a:fld>
            <a:endParaRPr kumimoji="1" lang="zh-CN" altLang="en-US"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12251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>
                <a:latin typeface="Arial"/>
                <a:ea typeface="Arial"/>
                <a:cs typeface="Arial"/>
              </a:defRPr>
            </a:lvl1pPr>
          </a:lstStyle>
          <a:p>
            <a:r>
              <a:rPr lang="zh-CN" altLang="en-US">
                <a:latin typeface="Arial"/>
                <a:ea typeface="Arial"/>
                <a:cs typeface="Arial"/>
              </a:rPr>
              <a:t>单击此处编辑母版标题样式</a:t>
            </a:r>
            <a:endParaRPr lang="en-US" dirty="0">
              <a:latin typeface="Arial"/>
              <a:ea typeface="Arial"/>
              <a:cs typeface="Arial"/>
            </a:endParaRP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1539425"/>
            <a:ext cx="3827085" cy="7598117"/>
          </a:xfrm>
        </p:spPr>
        <p:txBody>
          <a:bodyPr anchor="t"/>
          <a:lstStyle>
            <a:lvl1pPr marL="0" indent="0">
              <a:buNone/>
              <a:defRPr sz="2645">
                <a:latin typeface="Arial"/>
                <a:ea typeface="Arial"/>
                <a:cs typeface="Arial"/>
              </a:defRPr>
            </a:lvl1pPr>
            <a:lvl2pPr marL="377967" indent="0">
              <a:buNone/>
              <a:defRPr sz="2315">
                <a:latin typeface="Arial"/>
                <a:ea typeface="Arial"/>
                <a:cs typeface="Arial"/>
              </a:defRPr>
            </a:lvl2pPr>
            <a:lvl3pPr marL="755934" indent="0">
              <a:buNone/>
              <a:defRPr sz="1984">
                <a:latin typeface="Arial"/>
                <a:ea typeface="Arial"/>
                <a:cs typeface="Arial"/>
              </a:defRPr>
            </a:lvl3pPr>
            <a:lvl4pPr marL="1133902" indent="0">
              <a:buNone/>
              <a:defRPr sz="1653">
                <a:latin typeface="Arial"/>
                <a:ea typeface="Arial"/>
                <a:cs typeface="Arial"/>
              </a:defRPr>
            </a:lvl4pPr>
            <a:lvl5pPr marL="1511869" indent="0">
              <a:buNone/>
              <a:defRPr sz="1653">
                <a:latin typeface="Arial"/>
                <a:ea typeface="Arial"/>
                <a:cs typeface="Arial"/>
              </a:defRPr>
            </a:lvl5pPr>
            <a:lvl6pPr marL="1889836" indent="0">
              <a:buNone/>
              <a:defRPr sz="1653">
                <a:latin typeface="Arial"/>
                <a:ea typeface="Arial"/>
                <a:cs typeface="Arial"/>
              </a:defRPr>
            </a:lvl6pPr>
            <a:lvl7pPr marL="2267803" indent="0">
              <a:buNone/>
              <a:defRPr sz="1653">
                <a:latin typeface="Arial"/>
                <a:ea typeface="Arial"/>
                <a:cs typeface="Arial"/>
              </a:defRPr>
            </a:lvl7pPr>
            <a:lvl8pPr marL="2645771" indent="0">
              <a:buNone/>
              <a:defRPr sz="1653">
                <a:latin typeface="Arial"/>
                <a:ea typeface="Arial"/>
                <a:cs typeface="Arial"/>
              </a:defRPr>
            </a:lvl8pPr>
            <a:lvl9pPr marL="3023738" indent="0">
              <a:buNone/>
              <a:defRPr sz="1653">
                <a:latin typeface="Arial"/>
                <a:ea typeface="Arial"/>
                <a:cs typeface="Arial"/>
              </a:defRPr>
            </a:lvl9pPr>
          </a:lstStyle>
          <a:p>
            <a:r>
              <a:rPr lang="zh-CN" altLang="en-US">
                <a:latin typeface="Arial"/>
                <a:ea typeface="Arial"/>
                <a:cs typeface="Arial"/>
              </a:rPr>
              <a:t>单击图标添加图片</a:t>
            </a:r>
            <a:endParaRPr lang="en-US" dirty="0">
              <a:latin typeface="Arial"/>
              <a:ea typeface="Arial"/>
              <a:cs typeface="Arial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>
                <a:latin typeface="Arial"/>
                <a:ea typeface="Arial"/>
                <a:cs typeface="Arial"/>
              </a:defRPr>
            </a:lvl1pPr>
            <a:lvl2pPr marL="377967" indent="0">
              <a:buNone/>
              <a:defRPr sz="1157">
                <a:latin typeface="Arial"/>
                <a:ea typeface="Arial"/>
                <a:cs typeface="Arial"/>
              </a:defRPr>
            </a:lvl2pPr>
            <a:lvl3pPr marL="755934" indent="0">
              <a:buNone/>
              <a:defRPr sz="992">
                <a:latin typeface="Arial"/>
                <a:ea typeface="Arial"/>
                <a:cs typeface="Arial"/>
              </a:defRPr>
            </a:lvl3pPr>
            <a:lvl4pPr marL="1133902" indent="0">
              <a:buNone/>
              <a:defRPr sz="827">
                <a:latin typeface="Arial"/>
                <a:ea typeface="Arial"/>
                <a:cs typeface="Arial"/>
              </a:defRPr>
            </a:lvl4pPr>
            <a:lvl5pPr marL="1511869" indent="0">
              <a:buNone/>
              <a:defRPr sz="827">
                <a:latin typeface="Arial"/>
                <a:ea typeface="Arial"/>
                <a:cs typeface="Arial"/>
              </a:defRPr>
            </a:lvl5pPr>
            <a:lvl6pPr marL="1889836" indent="0">
              <a:buNone/>
              <a:defRPr sz="827">
                <a:latin typeface="Arial"/>
                <a:ea typeface="Arial"/>
                <a:cs typeface="Arial"/>
              </a:defRPr>
            </a:lvl6pPr>
            <a:lvl7pPr marL="2267803" indent="0">
              <a:buNone/>
              <a:defRPr sz="827">
                <a:latin typeface="Arial"/>
                <a:ea typeface="Arial"/>
                <a:cs typeface="Arial"/>
              </a:defRPr>
            </a:lvl7pPr>
            <a:lvl8pPr marL="2645771" indent="0">
              <a:buNone/>
              <a:defRPr sz="827">
                <a:latin typeface="Arial"/>
                <a:ea typeface="Arial"/>
                <a:cs typeface="Arial"/>
              </a:defRPr>
            </a:lvl8pPr>
            <a:lvl9pPr marL="3023738" indent="0">
              <a:buNone/>
              <a:defRPr sz="827">
                <a:latin typeface="Arial"/>
                <a:ea typeface="Arial"/>
                <a:cs typeface="Arial"/>
              </a:defRPr>
            </a:lvl9pPr>
          </a:lstStyle>
          <a:p>
            <a:pPr lvl="0"/>
            <a:r>
              <a:rPr lang="zh-CN" altLang="en-US">
                <a:latin typeface="Arial"/>
                <a:ea typeface="Arial"/>
                <a:cs typeface="Arial"/>
              </a:rPr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91B8-51FD-DC4C-9984-34FF9FD13423}" type="datetimeFigureOut">
              <a:rPr kumimoji="1" lang="zh-CN" altLang="en-US" smtClean="0">
                <a:latin typeface="Arial"/>
                <a:ea typeface="Arial"/>
                <a:cs typeface="Arial"/>
              </a:rPr>
              <a:t>2026/10/22</a:t>
            </a:fld>
            <a:endParaRPr kumimoji="1" lang="zh-CN" altLang="en-US">
              <a:latin typeface="Arial"/>
              <a:ea typeface="Arial"/>
              <a:cs typeface="Arial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>
              <a:latin typeface="Arial"/>
              <a:ea typeface="Arial"/>
              <a:cs typeface="Arial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8FC9D-C073-2243-9F7D-CCBF7A4AAB7D}" type="slidenum">
              <a:rPr kumimoji="1" lang="zh-CN" altLang="en-US" smtClean="0">
                <a:latin typeface="Arial"/>
                <a:ea typeface="Arial"/>
                <a:cs typeface="Arial"/>
              </a:rPr>
              <a:t>‹#›</a:t>
            </a:fld>
            <a:endParaRPr kumimoji="1" lang="zh-CN" altLang="en-US"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16464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Arial"/>
                <a:ea typeface="Arial"/>
                <a:cs typeface="Arial"/>
              </a:rPr>
              <a:t>单击此处编辑母版标题样式</a:t>
            </a:r>
            <a:endParaRPr lang="en-US" dirty="0">
              <a:latin typeface="Arial"/>
              <a:ea typeface="Arial"/>
              <a:cs typeface="Arial"/>
            </a:endParaRP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>
                <a:latin typeface="Arial"/>
                <a:ea typeface="Arial"/>
                <a:cs typeface="Arial"/>
              </a:rPr>
              <a:t>单击此处编辑母版文本样式</a:t>
            </a:r>
          </a:p>
          <a:p>
            <a:pPr lvl="1"/>
            <a:r>
              <a:rPr lang="zh-CN" altLang="en-US">
                <a:latin typeface="Arial"/>
                <a:ea typeface="Arial"/>
                <a:cs typeface="Arial"/>
              </a:rPr>
              <a:t>二级</a:t>
            </a:r>
          </a:p>
          <a:p>
            <a:pPr lvl="2"/>
            <a:r>
              <a:rPr lang="zh-CN" altLang="en-US">
                <a:latin typeface="Arial"/>
                <a:ea typeface="Arial"/>
                <a:cs typeface="Arial"/>
              </a:rPr>
              <a:t>三级</a:t>
            </a:r>
          </a:p>
          <a:p>
            <a:pPr lvl="3"/>
            <a:r>
              <a:rPr lang="zh-CN" altLang="en-US">
                <a:latin typeface="Arial"/>
                <a:ea typeface="Arial"/>
                <a:cs typeface="Arial"/>
              </a:rPr>
              <a:t>四级</a:t>
            </a:r>
          </a:p>
          <a:p>
            <a:pPr lvl="4"/>
            <a:r>
              <a:rPr lang="zh-CN" altLang="en-US">
                <a:latin typeface="Arial"/>
                <a:ea typeface="Arial"/>
                <a:cs typeface="Arial"/>
              </a:rPr>
              <a:t>五级</a:t>
            </a:r>
            <a:endParaRPr lang="en-US" dirty="0">
              <a:latin typeface="Arial"/>
              <a:ea typeface="Arial"/>
              <a:cs typeface="Arial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91B8-51FD-DC4C-9984-34FF9FD13423}" type="datetimeFigureOut">
              <a:rPr kumimoji="1" lang="zh-CN" altLang="en-US" smtClean="0">
                <a:latin typeface="Arial"/>
                <a:ea typeface="Arial"/>
                <a:cs typeface="Arial"/>
              </a:rPr>
              <a:t>2026/10/22</a:t>
            </a:fld>
            <a:endParaRPr kumimoji="1" lang="zh-CN" altLang="en-US">
              <a:latin typeface="Arial"/>
              <a:ea typeface="Arial"/>
              <a:cs typeface="Arial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>
              <a:latin typeface="Arial"/>
              <a:ea typeface="Arial"/>
              <a:cs typeface="Arial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8FC9D-C073-2243-9F7D-CCBF7A4AAB7D}" type="slidenum">
              <a:rPr kumimoji="1" lang="zh-CN" altLang="en-US" smtClean="0">
                <a:latin typeface="Arial"/>
                <a:ea typeface="Arial"/>
                <a:cs typeface="Arial"/>
              </a:rPr>
              <a:t>‹#›</a:t>
            </a:fld>
            <a:endParaRPr kumimoji="1" lang="zh-CN" altLang="en-US"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5505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569240"/>
            <a:ext cx="1630055" cy="9060817"/>
          </a:xfrm>
        </p:spPr>
        <p:txBody>
          <a:bodyPr vert="eaVert"/>
          <a:lstStyle/>
          <a:p>
            <a:r>
              <a:rPr lang="zh-CN" altLang="en-US">
                <a:latin typeface="Arial"/>
                <a:ea typeface="Arial"/>
                <a:cs typeface="Arial"/>
              </a:rPr>
              <a:t>单击此处编辑母版标题样式</a:t>
            </a:r>
            <a:endParaRPr lang="en-US" dirty="0">
              <a:latin typeface="Arial"/>
              <a:ea typeface="Arial"/>
              <a:cs typeface="Arial"/>
            </a:endParaRP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569240"/>
            <a:ext cx="4795669" cy="9060817"/>
          </a:xfrm>
        </p:spPr>
        <p:txBody>
          <a:bodyPr vert="eaVert"/>
          <a:lstStyle/>
          <a:p>
            <a:pPr lvl="0"/>
            <a:r>
              <a:rPr lang="zh-CN" altLang="en-US">
                <a:latin typeface="Arial"/>
                <a:ea typeface="Arial"/>
                <a:cs typeface="Arial"/>
              </a:rPr>
              <a:t>单击此处编辑母版文本样式</a:t>
            </a:r>
          </a:p>
          <a:p>
            <a:pPr lvl="1"/>
            <a:r>
              <a:rPr lang="zh-CN" altLang="en-US">
                <a:latin typeface="Arial"/>
                <a:ea typeface="Arial"/>
                <a:cs typeface="Arial"/>
              </a:rPr>
              <a:t>二级</a:t>
            </a:r>
          </a:p>
          <a:p>
            <a:pPr lvl="2"/>
            <a:r>
              <a:rPr lang="zh-CN" altLang="en-US">
                <a:latin typeface="Arial"/>
                <a:ea typeface="Arial"/>
                <a:cs typeface="Arial"/>
              </a:rPr>
              <a:t>三级</a:t>
            </a:r>
          </a:p>
          <a:p>
            <a:pPr lvl="3"/>
            <a:r>
              <a:rPr lang="zh-CN" altLang="en-US">
                <a:latin typeface="Arial"/>
                <a:ea typeface="Arial"/>
                <a:cs typeface="Arial"/>
              </a:rPr>
              <a:t>四级</a:t>
            </a:r>
          </a:p>
          <a:p>
            <a:pPr lvl="4"/>
            <a:r>
              <a:rPr lang="zh-CN" altLang="en-US">
                <a:latin typeface="Arial"/>
                <a:ea typeface="Arial"/>
                <a:cs typeface="Arial"/>
              </a:rPr>
              <a:t>五级</a:t>
            </a:r>
            <a:endParaRPr lang="en-US" dirty="0">
              <a:latin typeface="Arial"/>
              <a:ea typeface="Arial"/>
              <a:cs typeface="Arial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91B8-51FD-DC4C-9984-34FF9FD13423}" type="datetimeFigureOut">
              <a:rPr kumimoji="1" lang="zh-CN" altLang="en-US" smtClean="0">
                <a:latin typeface="Arial"/>
                <a:ea typeface="Arial"/>
                <a:cs typeface="Arial"/>
              </a:rPr>
              <a:t>2026/10/22</a:t>
            </a:fld>
            <a:endParaRPr kumimoji="1" lang="zh-CN" altLang="en-US">
              <a:latin typeface="Arial"/>
              <a:ea typeface="Arial"/>
              <a:cs typeface="Arial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>
              <a:latin typeface="Arial"/>
              <a:ea typeface="Arial"/>
              <a:cs typeface="Arial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8FC9D-C073-2243-9F7D-CCBF7A4AAB7D}" type="slidenum">
              <a:rPr kumimoji="1" lang="zh-CN" altLang="en-US" smtClean="0">
                <a:latin typeface="Arial"/>
                <a:ea typeface="Arial"/>
                <a:cs typeface="Arial"/>
              </a:rPr>
              <a:t>‹#›</a:t>
            </a:fld>
            <a:endParaRPr kumimoji="1" lang="zh-CN" altLang="en-US"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6826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>
                <a:latin typeface="Arial"/>
                <a:ea typeface="Arial"/>
                <a:cs typeface="Arial"/>
              </a:rPr>
              <a:t>单击此处编辑母版标题样式</a:t>
            </a:r>
            <a:endParaRPr lang="en-US" dirty="0">
              <a:latin typeface="Arial"/>
              <a:ea typeface="Arial"/>
              <a:cs typeface="Arial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>
                <a:latin typeface="Arial"/>
                <a:ea typeface="Arial"/>
                <a:cs typeface="Arial"/>
              </a:rPr>
              <a:t>单击此处编辑母版文本样式</a:t>
            </a:r>
          </a:p>
          <a:p>
            <a:pPr lvl="1"/>
            <a:r>
              <a:rPr lang="zh-CN" altLang="en-US">
                <a:latin typeface="Arial"/>
                <a:ea typeface="Arial"/>
                <a:cs typeface="Arial"/>
              </a:rPr>
              <a:t>二级</a:t>
            </a:r>
          </a:p>
          <a:p>
            <a:pPr lvl="2"/>
            <a:r>
              <a:rPr lang="zh-CN" altLang="en-US">
                <a:latin typeface="Arial"/>
                <a:ea typeface="Arial"/>
                <a:cs typeface="Arial"/>
              </a:rPr>
              <a:t>三级</a:t>
            </a:r>
          </a:p>
          <a:p>
            <a:pPr lvl="3"/>
            <a:r>
              <a:rPr lang="zh-CN" altLang="en-US">
                <a:latin typeface="Arial"/>
                <a:ea typeface="Arial"/>
                <a:cs typeface="Arial"/>
              </a:rPr>
              <a:t>四级</a:t>
            </a:r>
          </a:p>
          <a:p>
            <a:pPr lvl="4"/>
            <a:r>
              <a:rPr lang="zh-CN" altLang="en-US">
                <a:latin typeface="Arial"/>
                <a:ea typeface="Arial"/>
                <a:cs typeface="Arial"/>
              </a:rPr>
              <a:t>五级</a:t>
            </a:r>
            <a:endParaRPr lang="en-US" dirty="0">
              <a:latin typeface="Arial"/>
              <a:ea typeface="Arial"/>
              <a:cs typeface="Arial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fld id="{069591B8-51FD-DC4C-9984-34FF9FD13423}" type="datetimeFigureOut">
              <a:rPr kumimoji="1" lang="zh-CN" altLang="en-US" smtClean="0">
                <a:latin typeface="Arial"/>
                <a:ea typeface="Arial"/>
                <a:cs typeface="Arial"/>
              </a:rPr>
              <a:t>2026/10/22</a:t>
            </a:fld>
            <a:endParaRPr kumimoji="1" lang="zh-CN" altLang="en-US">
              <a:latin typeface="Arial"/>
              <a:ea typeface="Arial"/>
              <a:cs typeface="Arial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endParaRPr kumimoji="1" lang="zh-CN" altLang="en-US">
              <a:latin typeface="Arial"/>
              <a:ea typeface="Arial"/>
              <a:cs typeface="Arial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fld id="{E5C8FC9D-C073-2243-9F7D-CCBF7A4AAB7D}" type="slidenum">
              <a:rPr kumimoji="1" lang="zh-CN" altLang="en-US" smtClean="0">
                <a:latin typeface="Arial"/>
                <a:ea typeface="Arial"/>
                <a:cs typeface="Arial"/>
              </a:rPr>
              <a:t>‹#›</a:t>
            </a:fld>
            <a:endParaRPr kumimoji="1" lang="zh-CN" altLang="en-US"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92973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55934" rtl="0" eaLnBrk="1" latinLnBrk="0" hangingPunct="1">
        <a:lnSpc>
          <a:spcPct val="90000"/>
        </a:lnSpc>
        <a:spcBef>
          <a:spcPct val="0"/>
        </a:spcBef>
        <a:buNone/>
        <a:defRPr sz="3637" kern="12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marL="188984" indent="-188984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Arial"/>
          <a:ea typeface="Arial"/>
          <a:cs typeface="Arial"/>
        </a:defRPr>
      </a:lvl1pPr>
      <a:lvl2pPr marL="566951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Arial"/>
          <a:ea typeface="Arial"/>
          <a:cs typeface="Arial"/>
        </a:defRPr>
      </a:lvl2pPr>
      <a:lvl3pPr marL="944918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Arial"/>
          <a:ea typeface="Arial"/>
          <a:cs typeface="Arial"/>
        </a:defRPr>
      </a:lvl3pPr>
      <a:lvl4pPr marL="1322885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Arial"/>
          <a:ea typeface="Arial"/>
          <a:cs typeface="Arial"/>
        </a:defRPr>
      </a:lvl4pPr>
      <a:lvl5pPr marL="1700853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Arial"/>
          <a:ea typeface="Arial"/>
          <a:cs typeface="Arial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Arial"/>
          <a:ea typeface="Arial"/>
          <a:cs typeface="Arial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Arial"/>
          <a:ea typeface="Arial"/>
          <a:cs typeface="Arial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Arial"/>
          <a:ea typeface="Arial"/>
          <a:cs typeface="Arial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Arial"/>
          <a:ea typeface="Arial"/>
          <a:cs typeface="Arial"/>
        </a:defRPr>
      </a:lvl9pPr>
    </p:bodyStyle>
    <p:otherStyle>
      <a:defPPr>
        <a:defRPr lang="en-US">
          <a:latin typeface="Arial"/>
          <a:ea typeface="Arial"/>
          <a:cs typeface="Arial"/>
        </a:defRPr>
      </a:defPPr>
      <a:lvl1pPr marL="0" algn="l" defTabSz="755934" rtl="0" eaLnBrk="1" latinLnBrk="0" hangingPunct="1">
        <a:defRPr sz="1488" kern="1200">
          <a:solidFill>
            <a:schemeClr val="tx1"/>
          </a:solidFill>
          <a:latin typeface="Arial"/>
          <a:ea typeface="Arial"/>
          <a:cs typeface="Arial"/>
        </a:defRPr>
      </a:lvl1pPr>
      <a:lvl2pPr marL="377967" algn="l" defTabSz="755934" rtl="0" eaLnBrk="1" latinLnBrk="0" hangingPunct="1">
        <a:defRPr sz="1488" kern="1200">
          <a:solidFill>
            <a:schemeClr val="tx1"/>
          </a:solidFill>
          <a:latin typeface="Arial"/>
          <a:ea typeface="Arial"/>
          <a:cs typeface="Arial"/>
        </a:defRPr>
      </a:lvl2pPr>
      <a:lvl3pPr marL="755934" algn="l" defTabSz="755934" rtl="0" eaLnBrk="1" latinLnBrk="0" hangingPunct="1">
        <a:defRPr sz="1488" kern="1200">
          <a:solidFill>
            <a:schemeClr val="tx1"/>
          </a:solidFill>
          <a:latin typeface="Arial"/>
          <a:ea typeface="Arial"/>
          <a:cs typeface="Arial"/>
        </a:defRPr>
      </a:lvl3pPr>
      <a:lvl4pPr marL="1133902" algn="l" defTabSz="755934" rtl="0" eaLnBrk="1" latinLnBrk="0" hangingPunct="1">
        <a:defRPr sz="1488" kern="1200">
          <a:solidFill>
            <a:schemeClr val="tx1"/>
          </a:solidFill>
          <a:latin typeface="Arial"/>
          <a:ea typeface="Arial"/>
          <a:cs typeface="Arial"/>
        </a:defRPr>
      </a:lvl4pPr>
      <a:lvl5pPr marL="1511869" algn="l" defTabSz="755934" rtl="0" eaLnBrk="1" latinLnBrk="0" hangingPunct="1">
        <a:defRPr sz="1488" kern="1200">
          <a:solidFill>
            <a:schemeClr val="tx1"/>
          </a:solidFill>
          <a:latin typeface="Arial"/>
          <a:ea typeface="Arial"/>
          <a:cs typeface="Arial"/>
        </a:defRPr>
      </a:lvl5pPr>
      <a:lvl6pPr marL="1889836" algn="l" defTabSz="755934" rtl="0" eaLnBrk="1" latinLnBrk="0" hangingPunct="1">
        <a:defRPr sz="1488" kern="1200">
          <a:solidFill>
            <a:schemeClr val="tx1"/>
          </a:solidFill>
          <a:latin typeface="Arial"/>
          <a:ea typeface="Arial"/>
          <a:cs typeface="Arial"/>
        </a:defRPr>
      </a:lvl6pPr>
      <a:lvl7pPr marL="2267803" algn="l" defTabSz="755934" rtl="0" eaLnBrk="1" latinLnBrk="0" hangingPunct="1">
        <a:defRPr sz="1488" kern="1200">
          <a:solidFill>
            <a:schemeClr val="tx1"/>
          </a:solidFill>
          <a:latin typeface="Arial"/>
          <a:ea typeface="Arial"/>
          <a:cs typeface="Arial"/>
        </a:defRPr>
      </a:lvl7pPr>
      <a:lvl8pPr marL="2645771" algn="l" defTabSz="755934" rtl="0" eaLnBrk="1" latinLnBrk="0" hangingPunct="1">
        <a:defRPr sz="1488" kern="1200">
          <a:solidFill>
            <a:schemeClr val="tx1"/>
          </a:solidFill>
          <a:latin typeface="Arial"/>
          <a:ea typeface="Arial"/>
          <a:cs typeface="Arial"/>
        </a:defRPr>
      </a:lvl8pPr>
      <a:lvl9pPr marL="3023738" algn="l" defTabSz="755934" rtl="0" eaLnBrk="1" latinLnBrk="0" hangingPunct="1">
        <a:defRPr sz="1488" kern="1200">
          <a:solidFill>
            <a:schemeClr val="tx1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8" Type="http://schemas.openxmlformats.org/officeDocument/2006/relationships/image" Target="../media/image7_clean.png"/><Relationship Id="rId3" Type="http://schemas.openxmlformats.org/officeDocument/2006/relationships/image" Target="../media/image2_clean.png"/><Relationship Id="rId7" Type="http://schemas.openxmlformats.org/officeDocument/2006/relationships/image" Target="../media/image6_clean.png"/><Relationship Id="rId2" Type="http://schemas.openxmlformats.org/officeDocument/2006/relationships/image" Target="../media/image1_clean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_clean.png"/><Relationship Id="rId5" Type="http://schemas.openxmlformats.org/officeDocument/2006/relationships/image" Target="../media/image4_clean.png"/><Relationship Id="rId10" Type="http://schemas.openxmlformats.org/officeDocument/2006/relationships/image" Target="../media/image9_clean.png"/><Relationship Id="rId4" Type="http://schemas.openxmlformats.org/officeDocument/2006/relationships/image" Target="../media/image3_clean.png"/><Relationship Id="rId9" Type="http://schemas.openxmlformats.org/officeDocument/2006/relationships/image" Target="../media/image8_clean.png"/><Relationship Id="rId11" Type="http://schemas.openxmlformats.org/officeDocument/2006/relationships/image" Target="../media/image1_clean.svg"/><Relationship Id="rId12" Type="http://schemas.openxmlformats.org/officeDocument/2006/relationships/image" Target="../media/image2_clean.svg"/><Relationship Id="rId13" Type="http://schemas.openxmlformats.org/officeDocument/2006/relationships/image" Target="../media/image3_clean.svg"/><Relationship Id="rId14" Type="http://schemas.openxmlformats.org/officeDocument/2006/relationships/image" Target="../media/image4_clean.svg"/><Relationship Id="rId15" Type="http://schemas.openxmlformats.org/officeDocument/2006/relationships/image" Target="../media/image5_clean.svg"/><Relationship Id="rId16" Type="http://schemas.openxmlformats.org/officeDocument/2006/relationships/image" Target="../media/image6_clean.svg"/><Relationship Id="rId17" Type="http://schemas.openxmlformats.org/officeDocument/2006/relationships/image" Target="../media/image7_clean.svg"/><Relationship Id="rId18" Type="http://schemas.openxmlformats.org/officeDocument/2006/relationships/image" Target="../media/image8_clean.svg"/><Relationship Id="rId19" Type="http://schemas.openxmlformats.org/officeDocument/2006/relationships/image" Target="../media/image9_clean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9174BA6-E408-DEC1-917C-504ECD60906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ns0:svgBlip xmlns:ns0="http://schemas.microsoft.com/office/drawing/2016/SVG/main" r:embed="rId11"/>
              </a:ext>
            </a:extLst>
          </a:blip>
          <a:srcRect r="16376"/>
          <a:stretch/>
        </p:blipFill>
        <p:spPr>
          <a:xfrm>
            <a:off x="61062" y="309240"/>
            <a:ext cx="2496841" cy="2488164"/>
          </a:xfrm>
          <a:prstGeom prst="rect">
            <a:avLst/>
          </a:prstGeom>
        </p:spPr>
      </p:pic>
      <p:grpSp>
        <p:nvGrpSpPr>
          <p:cNvPr id="51" name="Editable text for image1"/>
          <p:cNvGrpSpPr/>
          <p:nvPr/>
        </p:nvGrpSpPr>
        <p:grpSpPr>
          <a:xfrm>
            <a:off x="61062" y="309240"/>
            <a:ext cx="2496841" cy="2488164"/>
            <a:chOff x="0" y="0"/>
            <a:chExt cx="361256" cy="360000"/>
          </a:xfrm>
        </p:grpSpPr>
        <p:sp>
          <p:nvSpPr>
            <p:cNvPr id="52" name="Editable text 1: C1"/>
            <p:cNvSpPr/>
            <p:nvPr/>
          </p:nvSpPr>
          <p:spPr>
            <a:xfrm>
              <a:off x="100268" y="127920"/>
              <a:ext cx="18697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762" b="0" dirty="0">
                  <a:solidFill>
                    <a:srgbClr val="599ED6"/>
                  </a:solidFill>
                  <a:latin typeface="Arial"/>
                  <a:ea typeface="Arial"/>
                  <a:cs typeface="Arial"/>
                </a:rPr>
                <a:t>C1</a:t>
              </a:r>
              <a:endParaRPr lang="en-US" sz="762">
                <a:latin typeface="Arial"/>
                <a:ea typeface="Arial"/>
                <a:cs typeface="Arial"/>
              </a:endParaRPr>
            </a:p>
          </p:txBody>
        </p:sp>
        <p:sp>
          <p:nvSpPr>
            <p:cNvPr id="53" name="Editable text 2: C2"/>
            <p:cNvSpPr/>
            <p:nvPr/>
          </p:nvSpPr>
          <p:spPr>
            <a:xfrm>
              <a:off x="75578" y="152390"/>
              <a:ext cx="18697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762" b="0" dirty="0">
                  <a:solidFill>
                    <a:srgbClr val="599ED6"/>
                  </a:solidFill>
                  <a:latin typeface="Arial"/>
                  <a:ea typeface="Arial"/>
                  <a:cs typeface="Arial"/>
                </a:rPr>
                <a:t>C2</a:t>
              </a:r>
              <a:endParaRPr lang="en-US" sz="762">
                <a:latin typeface="Arial"/>
                <a:ea typeface="Arial"/>
                <a:cs typeface="Arial"/>
              </a:endParaRPr>
            </a:p>
          </p:txBody>
        </p:sp>
        <p:sp>
          <p:nvSpPr>
            <p:cNvPr id="54" name="Editable text 3: C3"/>
            <p:cNvSpPr/>
            <p:nvPr/>
          </p:nvSpPr>
          <p:spPr>
            <a:xfrm>
              <a:off x="89848" y="188690"/>
              <a:ext cx="18697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762" b="0" dirty="0">
                  <a:solidFill>
                    <a:srgbClr val="599ED6"/>
                  </a:solidFill>
                  <a:latin typeface="Arial"/>
                  <a:ea typeface="Arial"/>
                  <a:cs typeface="Arial"/>
                </a:rPr>
                <a:t>C3</a:t>
              </a:r>
              <a:endParaRPr lang="en-US" sz="762">
                <a:latin typeface="Arial"/>
                <a:ea typeface="Arial"/>
                <a:cs typeface="Arial"/>
              </a:endParaRPr>
            </a:p>
          </p:txBody>
        </p:sp>
        <p:sp>
          <p:nvSpPr>
            <p:cNvPr id="55" name="Editable text 4: C4"/>
            <p:cNvSpPr/>
            <p:nvPr/>
          </p:nvSpPr>
          <p:spPr>
            <a:xfrm>
              <a:off x="70928" y="161620"/>
              <a:ext cx="18697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762" b="0" dirty="0">
                  <a:solidFill>
                    <a:srgbClr val="599ED6"/>
                  </a:solidFill>
                  <a:latin typeface="Arial"/>
                  <a:ea typeface="Arial"/>
                  <a:cs typeface="Arial"/>
                </a:rPr>
                <a:t>C4</a:t>
              </a:r>
              <a:endParaRPr lang="en-US" sz="762">
                <a:latin typeface="Arial"/>
                <a:ea typeface="Arial"/>
                <a:cs typeface="Arial"/>
              </a:endParaRPr>
            </a:p>
          </p:txBody>
        </p:sp>
        <p:sp>
          <p:nvSpPr>
            <p:cNvPr id="56" name="Editable text 5: M1"/>
            <p:cNvSpPr/>
            <p:nvPr/>
          </p:nvSpPr>
          <p:spPr>
            <a:xfrm>
              <a:off x="294189" y="30550"/>
              <a:ext cx="20248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762" b="0" dirty="0">
                  <a:solidFill>
                    <a:srgbClr val="E43A32"/>
                  </a:solidFill>
                  <a:latin typeface="Arial"/>
                  <a:ea typeface="Arial"/>
                  <a:cs typeface="Arial"/>
                </a:rPr>
                <a:t>M1</a:t>
              </a:r>
              <a:endParaRPr lang="en-US" sz="762">
                <a:latin typeface="Arial"/>
                <a:ea typeface="Arial"/>
                <a:cs typeface="Arial"/>
              </a:endParaRPr>
            </a:p>
          </p:txBody>
        </p:sp>
        <p:sp>
          <p:nvSpPr>
            <p:cNvPr id="57" name="Editable text 6: M2"/>
            <p:cNvSpPr/>
            <p:nvPr/>
          </p:nvSpPr>
          <p:spPr>
            <a:xfrm>
              <a:off x="162969" y="143650"/>
              <a:ext cx="20248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762" b="0" dirty="0">
                  <a:solidFill>
                    <a:srgbClr val="E43A32"/>
                  </a:solidFill>
                  <a:latin typeface="Arial"/>
                  <a:ea typeface="Arial"/>
                  <a:cs typeface="Arial"/>
                </a:rPr>
                <a:t>M2</a:t>
              </a:r>
              <a:endParaRPr lang="en-US" sz="762">
                <a:latin typeface="Arial"/>
                <a:ea typeface="Arial"/>
                <a:cs typeface="Arial"/>
              </a:endParaRPr>
            </a:p>
          </p:txBody>
        </p:sp>
        <p:sp>
          <p:nvSpPr>
            <p:cNvPr id="58" name="Editable text 7: M3"/>
            <p:cNvSpPr/>
            <p:nvPr/>
          </p:nvSpPr>
          <p:spPr>
            <a:xfrm>
              <a:off x="281269" y="55480"/>
              <a:ext cx="20248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762" b="0" dirty="0">
                  <a:solidFill>
                    <a:srgbClr val="E43A32"/>
                  </a:solidFill>
                  <a:latin typeface="Arial"/>
                  <a:ea typeface="Arial"/>
                  <a:cs typeface="Arial"/>
                </a:rPr>
                <a:t>M3</a:t>
              </a:r>
              <a:endParaRPr lang="en-US" sz="762">
                <a:latin typeface="Arial"/>
                <a:ea typeface="Arial"/>
                <a:cs typeface="Arial"/>
              </a:endParaRPr>
            </a:p>
          </p:txBody>
        </p:sp>
        <p:sp>
          <p:nvSpPr>
            <p:cNvPr id="59" name="Editable text 8: M4"/>
            <p:cNvSpPr/>
            <p:nvPr/>
          </p:nvSpPr>
          <p:spPr>
            <a:xfrm>
              <a:off x="253059" y="146160"/>
              <a:ext cx="20248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762" b="0" dirty="0">
                  <a:solidFill>
                    <a:srgbClr val="E43A32"/>
                  </a:solidFill>
                  <a:latin typeface="Arial"/>
                  <a:ea typeface="Arial"/>
                  <a:cs typeface="Arial"/>
                </a:rPr>
                <a:t>M4</a:t>
              </a:r>
              <a:endParaRPr lang="en-US" sz="762">
                <a:latin typeface="Arial"/>
                <a:ea typeface="Arial"/>
                <a:cs typeface="Arial"/>
              </a:endParaRPr>
            </a:p>
          </p:txBody>
        </p:sp>
        <p:sp>
          <p:nvSpPr>
            <p:cNvPr id="60" name="Editable text 9: SM1"/>
            <p:cNvSpPr/>
            <p:nvPr/>
          </p:nvSpPr>
          <p:spPr>
            <a:xfrm>
              <a:off x="290669" y="191130"/>
              <a:ext cx="29586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762" b="0" dirty="0">
                  <a:solidFill>
                    <a:srgbClr val="2A6118"/>
                  </a:solidFill>
                  <a:latin typeface="Arial"/>
                  <a:ea typeface="Arial"/>
                  <a:cs typeface="Arial"/>
                </a:rPr>
                <a:t>SM1</a:t>
              </a:r>
              <a:endParaRPr lang="en-US" sz="762">
                <a:latin typeface="Arial"/>
                <a:ea typeface="Arial"/>
                <a:cs typeface="Arial"/>
              </a:endParaRPr>
            </a:p>
          </p:txBody>
        </p:sp>
        <p:sp>
          <p:nvSpPr>
            <p:cNvPr id="61" name="Editable text 10: SM2"/>
            <p:cNvSpPr/>
            <p:nvPr/>
          </p:nvSpPr>
          <p:spPr>
            <a:xfrm>
              <a:off x="190559" y="206800"/>
              <a:ext cx="29586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762" b="0" dirty="0">
                  <a:solidFill>
                    <a:srgbClr val="2A6118"/>
                  </a:solidFill>
                  <a:latin typeface="Arial"/>
                  <a:ea typeface="Arial"/>
                  <a:cs typeface="Arial"/>
                </a:rPr>
                <a:t>SM2</a:t>
              </a:r>
              <a:endParaRPr lang="en-US" sz="762">
                <a:latin typeface="Arial"/>
                <a:ea typeface="Arial"/>
                <a:cs typeface="Arial"/>
              </a:endParaRPr>
            </a:p>
          </p:txBody>
        </p:sp>
        <p:sp>
          <p:nvSpPr>
            <p:cNvPr id="62" name="Editable text 11: SM3"/>
            <p:cNvSpPr/>
            <p:nvPr/>
          </p:nvSpPr>
          <p:spPr>
            <a:xfrm>
              <a:off x="250039" y="242840"/>
              <a:ext cx="29586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762" b="0" dirty="0">
                  <a:solidFill>
                    <a:srgbClr val="2A6118"/>
                  </a:solidFill>
                  <a:latin typeface="Arial"/>
                  <a:ea typeface="Arial"/>
                  <a:cs typeface="Arial"/>
                </a:rPr>
                <a:t>SM3</a:t>
              </a:r>
              <a:endParaRPr lang="en-US" sz="762">
                <a:latin typeface="Arial"/>
                <a:ea typeface="Arial"/>
                <a:cs typeface="Arial"/>
              </a:endParaRPr>
            </a:p>
          </p:txBody>
        </p:sp>
        <p:sp>
          <p:nvSpPr>
            <p:cNvPr id="63" name="Editable text 12: SM4"/>
            <p:cNvSpPr/>
            <p:nvPr/>
          </p:nvSpPr>
          <p:spPr>
            <a:xfrm>
              <a:off x="233919" y="282030"/>
              <a:ext cx="29586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762" b="0" dirty="0">
                  <a:solidFill>
                    <a:srgbClr val="2A6118"/>
                  </a:solidFill>
                  <a:latin typeface="Arial"/>
                  <a:ea typeface="Arial"/>
                  <a:cs typeface="Arial"/>
                </a:rPr>
                <a:t>SM4</a:t>
              </a:r>
              <a:endParaRPr lang="en-US" sz="762">
                <a:latin typeface="Arial"/>
                <a:ea typeface="Arial"/>
                <a:cs typeface="Arial"/>
              </a:endParaRPr>
            </a:p>
          </p:txBody>
        </p:sp>
        <p:sp>
          <p:nvSpPr>
            <p:cNvPr id="64" name="Editable text 13: −10"/>
            <p:cNvSpPr/>
            <p:nvPr/>
          </p:nvSpPr>
          <p:spPr>
            <a:xfrm>
              <a:off x="41939" y="239145"/>
              <a:ext cx="16067" cy="123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0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−10</a:t>
              </a:r>
              <a:endParaRPr lang="en-US" sz="490">
                <a:latin typeface="Arial"/>
                <a:ea typeface="Arial"/>
                <a:cs typeface="Arial"/>
              </a:endParaRPr>
            </a:p>
          </p:txBody>
        </p:sp>
        <p:sp>
          <p:nvSpPr>
            <p:cNvPr id="65" name="Editable text 14: 0"/>
            <p:cNvSpPr/>
            <p:nvPr/>
          </p:nvSpPr>
          <p:spPr>
            <a:xfrm>
              <a:off x="49702" y="165675"/>
              <a:ext cx="10800" cy="123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0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  <a:endParaRPr lang="en-US" sz="490">
                <a:latin typeface="Arial"/>
                <a:ea typeface="Arial"/>
                <a:cs typeface="Arial"/>
              </a:endParaRPr>
            </a:p>
          </p:txBody>
        </p:sp>
        <p:sp>
          <p:nvSpPr>
            <p:cNvPr id="66" name="Editable text 15: 10"/>
            <p:cNvSpPr/>
            <p:nvPr/>
          </p:nvSpPr>
          <p:spPr>
            <a:xfrm>
              <a:off x="47199" y="92195"/>
              <a:ext cx="10811" cy="123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0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10</a:t>
              </a:r>
              <a:endParaRPr lang="en-US" sz="490">
                <a:latin typeface="Arial"/>
                <a:ea typeface="Arial"/>
                <a:cs typeface="Arial"/>
              </a:endParaRPr>
            </a:p>
          </p:txBody>
        </p:sp>
        <p:sp>
          <p:nvSpPr>
            <p:cNvPr id="67" name="Editable text 16: −20"/>
            <p:cNvSpPr/>
            <p:nvPr/>
          </p:nvSpPr>
          <p:spPr>
            <a:xfrm>
              <a:off x="98599" y="306005"/>
              <a:ext cx="16067" cy="123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0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−20</a:t>
              </a:r>
              <a:endParaRPr lang="en-US" sz="490">
                <a:latin typeface="Arial"/>
                <a:ea typeface="Arial"/>
                <a:cs typeface="Arial"/>
              </a:endParaRPr>
            </a:p>
          </p:txBody>
        </p:sp>
        <p:sp>
          <p:nvSpPr>
            <p:cNvPr id="68" name="Editable text 17: −10"/>
            <p:cNvSpPr/>
            <p:nvPr/>
          </p:nvSpPr>
          <p:spPr>
            <a:xfrm>
              <a:off x="146099" y="306005"/>
              <a:ext cx="16067" cy="123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0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−10</a:t>
              </a:r>
              <a:endParaRPr lang="en-US" sz="490">
                <a:latin typeface="Arial"/>
                <a:ea typeface="Arial"/>
                <a:cs typeface="Arial"/>
              </a:endParaRPr>
            </a:p>
          </p:txBody>
        </p:sp>
        <p:sp>
          <p:nvSpPr>
            <p:cNvPr id="69" name="Editable text 18: 0"/>
            <p:cNvSpPr/>
            <p:nvPr/>
          </p:nvSpPr>
          <p:spPr>
            <a:xfrm>
              <a:off x="196222" y="306005"/>
              <a:ext cx="10800" cy="123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0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  <a:endParaRPr lang="en-US" sz="490">
                <a:latin typeface="Arial"/>
                <a:ea typeface="Arial"/>
                <a:cs typeface="Arial"/>
              </a:endParaRPr>
            </a:p>
          </p:txBody>
        </p:sp>
        <p:sp>
          <p:nvSpPr>
            <p:cNvPr id="70" name="Editable text 19: 10"/>
            <p:cNvSpPr/>
            <p:nvPr/>
          </p:nvSpPr>
          <p:spPr>
            <a:xfrm>
              <a:off x="243709" y="306005"/>
              <a:ext cx="10811" cy="123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0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10</a:t>
              </a:r>
              <a:endParaRPr lang="en-US" sz="490">
                <a:latin typeface="Arial"/>
                <a:ea typeface="Arial"/>
                <a:cs typeface="Arial"/>
              </a:endParaRPr>
            </a:p>
          </p:txBody>
        </p:sp>
        <p:sp>
          <p:nvSpPr>
            <p:cNvPr id="71" name="Editable text 20: 20"/>
            <p:cNvSpPr/>
            <p:nvPr/>
          </p:nvSpPr>
          <p:spPr>
            <a:xfrm>
              <a:off x="291199" y="306005"/>
              <a:ext cx="10811" cy="123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0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20</a:t>
              </a:r>
              <a:endParaRPr lang="en-US" sz="490">
                <a:latin typeface="Arial"/>
                <a:ea typeface="Arial"/>
                <a:cs typeface="Arial"/>
              </a:endParaRPr>
            </a:p>
          </p:txBody>
        </p:sp>
        <p:sp>
          <p:nvSpPr>
            <p:cNvPr id="72" name="Editable text 21: PC1: 64.1% variance"/>
            <p:cNvSpPr/>
            <p:nvPr/>
          </p:nvSpPr>
          <p:spPr>
            <a:xfrm>
              <a:off x="153284" y="324030"/>
              <a:ext cx="113529" cy="164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653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PC1: 64.1% variance</a:t>
              </a:r>
              <a:endParaRPr lang="en-US" sz="653">
                <a:latin typeface="Arial"/>
                <a:ea typeface="Arial"/>
                <a:cs typeface="Arial"/>
              </a:endParaRPr>
            </a:p>
          </p:txBody>
        </p:sp>
        <p:sp>
          <p:nvSpPr>
            <p:cNvPr id="73" name="Editable text 22: PC2: 14.8% variance"/>
            <p:cNvSpPr/>
            <p:nvPr/>
          </p:nvSpPr>
          <p:spPr>
            <a:xfrm rot="16200000">
              <a:off x="-34554" y="158068"/>
              <a:ext cx="112596" cy="164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653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PC2: 14.8% variance</a:t>
              </a:r>
              <a:endParaRPr lang="en-US" sz="653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F9C0FC19-917A-5DCB-7F33-25F8C4F40584}"/>
              </a:ext>
            </a:extLst>
          </p:cNvPr>
          <p:cNvSpPr txBox="1"/>
          <p:nvPr/>
        </p:nvSpPr>
        <p:spPr>
          <a:xfrm>
            <a:off x="114299" y="154980"/>
            <a:ext cx="718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A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  <a:ea typeface="Arial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2DA959B-0438-5440-7AB8-FEE1B67C0A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ns1:svgBlip xmlns:ns1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493429" y="384976"/>
            <a:ext cx="3029446" cy="2423557"/>
          </a:xfrm>
          <a:prstGeom prst="rect">
            <a:avLst/>
          </a:prstGeom>
        </p:spPr>
      </p:pic>
      <p:grpSp>
        <p:nvGrpSpPr>
          <p:cNvPr id="74" name="Editable text for image2"/>
          <p:cNvGrpSpPr/>
          <p:nvPr/>
        </p:nvGrpSpPr>
        <p:grpSpPr>
          <a:xfrm>
            <a:off x="2493429" y="384976"/>
            <a:ext cx="3029446" cy="2423557"/>
            <a:chOff x="0" y="0"/>
            <a:chExt cx="720000" cy="576000"/>
          </a:xfrm>
        </p:grpSpPr>
        <p:sp>
          <p:nvSpPr>
            <p:cNvPr id="75" name="Editable text 1: Prox1"/>
            <p:cNvSpPr/>
            <p:nvPr/>
          </p:nvSpPr>
          <p:spPr>
            <a:xfrm>
              <a:off x="106268" y="54340"/>
              <a:ext cx="37373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64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Prox1</a:t>
              </a:r>
              <a:endParaRPr lang="en-US" sz="464">
                <a:latin typeface="Arial"/>
                <a:ea typeface="Arial"/>
                <a:cs typeface="Arial"/>
              </a:endParaRPr>
            </a:p>
          </p:txBody>
        </p:sp>
        <p:sp>
          <p:nvSpPr>
            <p:cNvPr id="76" name="Editable text 2: Hipk2"/>
            <p:cNvSpPr/>
            <p:nvPr/>
          </p:nvSpPr>
          <p:spPr>
            <a:xfrm>
              <a:off x="120455" y="142850"/>
              <a:ext cx="36593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64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Hipk2</a:t>
              </a:r>
              <a:endParaRPr lang="en-US" sz="464">
                <a:latin typeface="Arial"/>
                <a:ea typeface="Arial"/>
                <a:cs typeface="Arial"/>
              </a:endParaRPr>
            </a:p>
          </p:txBody>
        </p:sp>
        <p:sp>
          <p:nvSpPr>
            <p:cNvPr id="77" name="Editable text 3: Acadsb"/>
            <p:cNvSpPr/>
            <p:nvPr/>
          </p:nvSpPr>
          <p:spPr>
            <a:xfrm>
              <a:off x="182527" y="194890"/>
              <a:ext cx="47497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64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Acadsb</a:t>
              </a:r>
              <a:endParaRPr lang="en-US" sz="464">
                <a:latin typeface="Arial"/>
                <a:ea typeface="Arial"/>
                <a:cs typeface="Arial"/>
              </a:endParaRPr>
            </a:p>
          </p:txBody>
        </p:sp>
        <p:sp>
          <p:nvSpPr>
            <p:cNvPr id="78" name="Editable text 4: Gpd1l1"/>
            <p:cNvSpPr/>
            <p:nvPr/>
          </p:nvSpPr>
          <p:spPr>
            <a:xfrm>
              <a:off x="122986" y="195440"/>
              <a:ext cx="45945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64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Gpd1l1</a:t>
              </a:r>
              <a:endParaRPr lang="en-US" sz="464">
                <a:latin typeface="Arial"/>
                <a:ea typeface="Arial"/>
                <a:cs typeface="Arial"/>
              </a:endParaRPr>
            </a:p>
          </p:txBody>
        </p:sp>
        <p:sp>
          <p:nvSpPr>
            <p:cNvPr id="79" name="Editable text 5: FAM120C"/>
            <p:cNvSpPr/>
            <p:nvPr/>
          </p:nvSpPr>
          <p:spPr>
            <a:xfrm>
              <a:off x="140303" y="232400"/>
              <a:ext cx="63049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64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FAM120C</a:t>
              </a:r>
              <a:endParaRPr lang="en-US" sz="464">
                <a:latin typeface="Arial"/>
                <a:ea typeface="Arial"/>
                <a:cs typeface="Arial"/>
              </a:endParaRPr>
            </a:p>
          </p:txBody>
        </p:sp>
        <p:sp>
          <p:nvSpPr>
            <p:cNvPr id="80" name="Editable text 6: Gnl3l"/>
            <p:cNvSpPr/>
            <p:nvPr/>
          </p:nvSpPr>
          <p:spPr>
            <a:xfrm>
              <a:off x="183027" y="264260"/>
              <a:ext cx="33483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64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Gnl3l</a:t>
              </a:r>
              <a:endParaRPr lang="en-US" sz="464">
                <a:latin typeface="Arial"/>
                <a:ea typeface="Arial"/>
                <a:cs typeface="Arial"/>
              </a:endParaRPr>
            </a:p>
          </p:txBody>
        </p:sp>
        <p:sp>
          <p:nvSpPr>
            <p:cNvPr id="81" name="Editable text 7: Fbxo32"/>
            <p:cNvSpPr/>
            <p:nvPr/>
          </p:nvSpPr>
          <p:spPr>
            <a:xfrm>
              <a:off x="120967" y="267940"/>
              <a:ext cx="47497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64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Fbxo32</a:t>
              </a:r>
              <a:endParaRPr lang="en-US" sz="464">
                <a:latin typeface="Arial"/>
                <a:ea typeface="Arial"/>
                <a:cs typeface="Arial"/>
              </a:endParaRPr>
            </a:p>
          </p:txBody>
        </p:sp>
        <p:sp>
          <p:nvSpPr>
            <p:cNvPr id="82" name="Editable text 8: Map3k6"/>
            <p:cNvSpPr/>
            <p:nvPr/>
          </p:nvSpPr>
          <p:spPr>
            <a:xfrm>
              <a:off x="252465" y="278570"/>
              <a:ext cx="50607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64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Map3k6</a:t>
              </a:r>
              <a:endParaRPr lang="en-US" sz="464">
                <a:latin typeface="Arial"/>
                <a:ea typeface="Arial"/>
                <a:cs typeface="Arial"/>
              </a:endParaRPr>
            </a:p>
          </p:txBody>
        </p:sp>
        <p:sp>
          <p:nvSpPr>
            <p:cNvPr id="83" name="Editable text 9: Herc3"/>
            <p:cNvSpPr/>
            <p:nvPr/>
          </p:nvSpPr>
          <p:spPr>
            <a:xfrm>
              <a:off x="154337" y="295740"/>
              <a:ext cx="38145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64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Herc3</a:t>
              </a:r>
              <a:endParaRPr lang="en-US" sz="464">
                <a:latin typeface="Arial"/>
                <a:ea typeface="Arial"/>
                <a:cs typeface="Arial"/>
              </a:endParaRPr>
            </a:p>
          </p:txBody>
        </p:sp>
        <p:sp>
          <p:nvSpPr>
            <p:cNvPr id="84" name="Editable text 10: Gprin3"/>
            <p:cNvSpPr/>
            <p:nvPr/>
          </p:nvSpPr>
          <p:spPr>
            <a:xfrm>
              <a:off x="84952" y="321110"/>
              <a:ext cx="42821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64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Gprin3</a:t>
              </a:r>
              <a:endParaRPr lang="en-US" sz="464">
                <a:latin typeface="Arial"/>
                <a:ea typeface="Arial"/>
                <a:cs typeface="Arial"/>
              </a:endParaRPr>
            </a:p>
          </p:txBody>
        </p:sp>
        <p:sp>
          <p:nvSpPr>
            <p:cNvPr id="85" name="Editable text 11: Tnik"/>
            <p:cNvSpPr/>
            <p:nvPr/>
          </p:nvSpPr>
          <p:spPr>
            <a:xfrm>
              <a:off x="199679" y="325130"/>
              <a:ext cx="27248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64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Tnik</a:t>
              </a:r>
              <a:endParaRPr lang="en-US" sz="464">
                <a:latin typeface="Arial"/>
                <a:ea typeface="Arial"/>
                <a:cs typeface="Arial"/>
              </a:endParaRPr>
            </a:p>
          </p:txBody>
        </p:sp>
        <p:sp>
          <p:nvSpPr>
            <p:cNvPr id="86" name="Editable text 12: Sned1"/>
            <p:cNvSpPr/>
            <p:nvPr/>
          </p:nvSpPr>
          <p:spPr>
            <a:xfrm>
              <a:off x="288866" y="306910"/>
              <a:ext cx="41283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64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Sned1</a:t>
              </a:r>
              <a:endParaRPr lang="en-US" sz="464">
                <a:latin typeface="Arial"/>
                <a:ea typeface="Arial"/>
                <a:cs typeface="Arial"/>
              </a:endParaRPr>
            </a:p>
          </p:txBody>
        </p:sp>
        <p:sp>
          <p:nvSpPr>
            <p:cNvPr id="87" name="Editable text 13: F2rl1"/>
            <p:cNvSpPr/>
            <p:nvPr/>
          </p:nvSpPr>
          <p:spPr>
            <a:xfrm>
              <a:off x="242513" y="328400"/>
              <a:ext cx="32697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64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F2rl1</a:t>
              </a:r>
              <a:endParaRPr lang="en-US" sz="464">
                <a:latin typeface="Arial"/>
                <a:ea typeface="Arial"/>
                <a:cs typeface="Arial"/>
              </a:endParaRPr>
            </a:p>
          </p:txBody>
        </p:sp>
        <p:sp>
          <p:nvSpPr>
            <p:cNvPr id="88" name="Editable text 14: Acer2"/>
            <p:cNvSpPr/>
            <p:nvPr/>
          </p:nvSpPr>
          <p:spPr>
            <a:xfrm>
              <a:off x="225668" y="352870"/>
              <a:ext cx="37373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64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Acer2</a:t>
              </a:r>
              <a:endParaRPr lang="en-US" sz="464">
                <a:latin typeface="Arial"/>
                <a:ea typeface="Arial"/>
                <a:cs typeface="Arial"/>
              </a:endParaRPr>
            </a:p>
          </p:txBody>
        </p:sp>
        <p:sp>
          <p:nvSpPr>
            <p:cNvPr id="89" name="Editable text 15: Ifitm10"/>
            <p:cNvSpPr/>
            <p:nvPr/>
          </p:nvSpPr>
          <p:spPr>
            <a:xfrm>
              <a:off x="299260" y="331410"/>
              <a:ext cx="42814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64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Ifitm10</a:t>
              </a:r>
              <a:endParaRPr lang="en-US" sz="464">
                <a:latin typeface="Arial"/>
                <a:ea typeface="Arial"/>
                <a:cs typeface="Arial"/>
              </a:endParaRPr>
            </a:p>
          </p:txBody>
        </p:sp>
        <p:sp>
          <p:nvSpPr>
            <p:cNvPr id="90" name="Editable text 16: Slc35e4"/>
            <p:cNvSpPr/>
            <p:nvPr/>
          </p:nvSpPr>
          <p:spPr>
            <a:xfrm>
              <a:off x="174994" y="377360"/>
              <a:ext cx="51393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64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Slc35e4</a:t>
              </a:r>
              <a:endParaRPr lang="en-US" sz="464">
                <a:latin typeface="Arial"/>
                <a:ea typeface="Arial"/>
                <a:cs typeface="Arial"/>
              </a:endParaRPr>
            </a:p>
          </p:txBody>
        </p:sp>
        <p:sp>
          <p:nvSpPr>
            <p:cNvPr id="91" name="Editable text 17: Slc10a6"/>
            <p:cNvSpPr/>
            <p:nvPr/>
          </p:nvSpPr>
          <p:spPr>
            <a:xfrm>
              <a:off x="256854" y="402190"/>
              <a:ext cx="51393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64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Slc10a6</a:t>
              </a:r>
              <a:endParaRPr lang="en-US" sz="464">
                <a:latin typeface="Arial"/>
                <a:ea typeface="Arial"/>
                <a:cs typeface="Arial"/>
              </a:endParaRPr>
            </a:p>
          </p:txBody>
        </p:sp>
        <p:sp>
          <p:nvSpPr>
            <p:cNvPr id="92" name="Editable text 18: Akip1"/>
            <p:cNvSpPr/>
            <p:nvPr/>
          </p:nvSpPr>
          <p:spPr>
            <a:xfrm>
              <a:off x="300617" y="355950"/>
              <a:ext cx="35821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64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Akip1</a:t>
              </a:r>
              <a:endParaRPr lang="en-US" sz="464">
                <a:latin typeface="Arial"/>
                <a:ea typeface="Arial"/>
                <a:cs typeface="Arial"/>
              </a:endParaRPr>
            </a:p>
          </p:txBody>
        </p:sp>
        <p:sp>
          <p:nvSpPr>
            <p:cNvPr id="93" name="Editable text 19: Ptgs1"/>
            <p:cNvSpPr/>
            <p:nvPr/>
          </p:nvSpPr>
          <p:spPr>
            <a:xfrm>
              <a:off x="240019" y="377640"/>
              <a:ext cx="36600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64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Ptgs1</a:t>
              </a:r>
              <a:endParaRPr lang="en-US" sz="464">
                <a:latin typeface="Arial"/>
                <a:ea typeface="Arial"/>
                <a:cs typeface="Arial"/>
              </a:endParaRPr>
            </a:p>
          </p:txBody>
        </p:sp>
        <p:sp>
          <p:nvSpPr>
            <p:cNvPr id="94" name="Editable text 20: Kcnj14"/>
            <p:cNvSpPr/>
            <p:nvPr/>
          </p:nvSpPr>
          <p:spPr>
            <a:xfrm>
              <a:off x="321696" y="380410"/>
              <a:ext cx="43607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64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Kcnj14</a:t>
              </a:r>
              <a:endParaRPr lang="en-US" sz="464">
                <a:latin typeface="Arial"/>
                <a:ea typeface="Arial"/>
                <a:cs typeface="Arial"/>
              </a:endParaRPr>
            </a:p>
          </p:txBody>
        </p:sp>
        <p:sp>
          <p:nvSpPr>
            <p:cNvPr id="95" name="Editable text 21: 0"/>
            <p:cNvSpPr/>
            <p:nvPr/>
          </p:nvSpPr>
          <p:spPr>
            <a:xfrm>
              <a:off x="51480" y="476435"/>
              <a:ext cx="18000" cy="20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96" name="Editable text 22: 20"/>
            <p:cNvSpPr/>
            <p:nvPr/>
          </p:nvSpPr>
          <p:spPr>
            <a:xfrm>
              <a:off x="47310" y="358115"/>
              <a:ext cx="18000" cy="20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20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97" name="Editable text 23: 40"/>
            <p:cNvSpPr/>
            <p:nvPr/>
          </p:nvSpPr>
          <p:spPr>
            <a:xfrm>
              <a:off x="47310" y="239785"/>
              <a:ext cx="18000" cy="20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40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98" name="Editable text 24: 60"/>
            <p:cNvSpPr/>
            <p:nvPr/>
          </p:nvSpPr>
          <p:spPr>
            <a:xfrm>
              <a:off x="47310" y="121465"/>
              <a:ext cx="18000" cy="20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60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99" name="Editable text 25: −5"/>
            <p:cNvSpPr/>
            <p:nvPr/>
          </p:nvSpPr>
          <p:spPr>
            <a:xfrm>
              <a:off x="92920" y="508605"/>
              <a:ext cx="18000" cy="20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−5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100" name="Editable text 26: 0"/>
            <p:cNvSpPr/>
            <p:nvPr/>
          </p:nvSpPr>
          <p:spPr>
            <a:xfrm>
              <a:off x="225740" y="508605"/>
              <a:ext cx="18000" cy="20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101" name="Editable text 27: 5"/>
            <p:cNvSpPr/>
            <p:nvPr/>
          </p:nvSpPr>
          <p:spPr>
            <a:xfrm>
              <a:off x="358570" y="508605"/>
              <a:ext cx="18000" cy="20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5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102" name="Editable text 28: 10"/>
            <p:cNvSpPr/>
            <p:nvPr/>
          </p:nvSpPr>
          <p:spPr>
            <a:xfrm>
              <a:off x="491400" y="508605"/>
              <a:ext cx="18000" cy="20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10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103" name="Editable text 29: log2 Fold Change"/>
            <p:cNvSpPr/>
            <p:nvPr/>
          </p:nvSpPr>
          <p:spPr>
            <a:xfrm>
              <a:off x="263436" y="536220"/>
              <a:ext cx="142902" cy="247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596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log2 Fold Change</a:t>
              </a:r>
              <a:endParaRPr lang="en-US" sz="596">
                <a:latin typeface="Arial"/>
                <a:ea typeface="Arial"/>
                <a:cs typeface="Arial"/>
              </a:endParaRPr>
            </a:p>
          </p:txBody>
        </p:sp>
        <p:sp>
          <p:nvSpPr>
            <p:cNvPr id="104" name="Editable text 30: −log10 p−value"/>
            <p:cNvSpPr/>
            <p:nvPr/>
          </p:nvSpPr>
          <p:spPr>
            <a:xfrm rot="16200000">
              <a:off x="-42871" y="256317"/>
              <a:ext cx="122634" cy="247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596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−log10 p−value</a:t>
              </a:r>
              <a:endParaRPr lang="en-US" sz="596">
                <a:latin typeface="Arial"/>
                <a:ea typeface="Arial"/>
                <a:cs typeface="Arial"/>
              </a:endParaRPr>
            </a:p>
          </p:txBody>
        </p:sp>
        <p:sp>
          <p:nvSpPr>
            <p:cNvPr id="105" name="Editable text 31: 20"/>
            <p:cNvSpPr/>
            <p:nvPr/>
          </p:nvSpPr>
          <p:spPr>
            <a:xfrm>
              <a:off x="612108" y="234880"/>
              <a:ext cx="21600" cy="247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596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20</a:t>
              </a:r>
              <a:endParaRPr lang="en-US" sz="596">
                <a:latin typeface="Arial"/>
                <a:ea typeface="Arial"/>
                <a:cs typeface="Arial"/>
              </a:endParaRPr>
            </a:p>
          </p:txBody>
        </p:sp>
        <p:sp>
          <p:nvSpPr>
            <p:cNvPr id="106" name="Editable text 32: 40"/>
            <p:cNvSpPr/>
            <p:nvPr/>
          </p:nvSpPr>
          <p:spPr>
            <a:xfrm>
              <a:off x="612108" y="202440"/>
              <a:ext cx="21600" cy="247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596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40</a:t>
              </a:r>
              <a:endParaRPr lang="en-US" sz="596">
                <a:latin typeface="Arial"/>
                <a:ea typeface="Arial"/>
                <a:cs typeface="Arial"/>
              </a:endParaRPr>
            </a:p>
          </p:txBody>
        </p:sp>
        <p:sp>
          <p:nvSpPr>
            <p:cNvPr id="107" name="Editable text 33: 60"/>
            <p:cNvSpPr/>
            <p:nvPr/>
          </p:nvSpPr>
          <p:spPr>
            <a:xfrm>
              <a:off x="612108" y="169990"/>
              <a:ext cx="21600" cy="247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596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60</a:t>
              </a:r>
              <a:endParaRPr lang="en-US" sz="596">
                <a:latin typeface="Arial"/>
                <a:ea typeface="Arial"/>
                <a:cs typeface="Arial"/>
              </a:endParaRPr>
            </a:p>
          </p:txBody>
        </p:sp>
        <p:sp>
          <p:nvSpPr>
            <p:cNvPr id="108" name="Editable text 34: −log10(p.adj)"/>
            <p:cNvSpPr/>
            <p:nvPr/>
          </p:nvSpPr>
          <p:spPr>
            <a:xfrm>
              <a:off x="580523" y="136720"/>
              <a:ext cx="106375" cy="247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596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−log10(p.adj)</a:t>
              </a:r>
              <a:endParaRPr lang="en-US" sz="596">
                <a:latin typeface="Arial"/>
                <a:ea typeface="Arial"/>
                <a:cs typeface="Arial"/>
              </a:endParaRPr>
            </a:p>
          </p:txBody>
        </p:sp>
        <p:sp>
          <p:nvSpPr>
            <p:cNvPr id="109" name="Editable text 35: −log10(p.adj)"/>
            <p:cNvSpPr/>
            <p:nvPr/>
          </p:nvSpPr>
          <p:spPr>
            <a:xfrm>
              <a:off x="580523" y="297880"/>
              <a:ext cx="106375" cy="247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596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−log10(p.adj)</a:t>
              </a:r>
              <a:endParaRPr lang="en-US" sz="596">
                <a:latin typeface="Arial"/>
                <a:ea typeface="Arial"/>
                <a:cs typeface="Arial"/>
              </a:endParaRPr>
            </a:p>
          </p:txBody>
        </p:sp>
        <p:sp>
          <p:nvSpPr>
            <p:cNvPr id="110" name="Editable text 36: 20"/>
            <p:cNvSpPr/>
            <p:nvPr/>
          </p:nvSpPr>
          <p:spPr>
            <a:xfrm>
              <a:off x="612108" y="326620"/>
              <a:ext cx="21600" cy="247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596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20</a:t>
              </a:r>
              <a:endParaRPr lang="en-US" sz="596">
                <a:latin typeface="Arial"/>
                <a:ea typeface="Arial"/>
                <a:cs typeface="Arial"/>
              </a:endParaRPr>
            </a:p>
          </p:txBody>
        </p:sp>
        <p:sp>
          <p:nvSpPr>
            <p:cNvPr id="111" name="Editable text 37: 40"/>
            <p:cNvSpPr/>
            <p:nvPr/>
          </p:nvSpPr>
          <p:spPr>
            <a:xfrm>
              <a:off x="612108" y="349300"/>
              <a:ext cx="21600" cy="247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596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40</a:t>
              </a:r>
              <a:endParaRPr lang="en-US" sz="596">
                <a:latin typeface="Arial"/>
                <a:ea typeface="Arial"/>
                <a:cs typeface="Arial"/>
              </a:endParaRPr>
            </a:p>
          </p:txBody>
        </p:sp>
        <p:sp>
          <p:nvSpPr>
            <p:cNvPr id="112" name="Editable text 38: 60"/>
            <p:cNvSpPr/>
            <p:nvPr/>
          </p:nvSpPr>
          <p:spPr>
            <a:xfrm>
              <a:off x="612108" y="371980"/>
              <a:ext cx="21600" cy="247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596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60</a:t>
              </a:r>
              <a:endParaRPr lang="en-US" sz="596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4497F328-F29B-FDD2-1DCA-8826E7E987AC}"/>
              </a:ext>
            </a:extLst>
          </p:cNvPr>
          <p:cNvSpPr txBox="1"/>
          <p:nvPr/>
        </p:nvSpPr>
        <p:spPr>
          <a:xfrm>
            <a:off x="2317740" y="154980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B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  <a:ea typeface="Arial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B61710F-1EC6-33E8-E5CD-0B3D442CAF62}"/>
              </a:ext>
            </a:extLst>
          </p:cNvPr>
          <p:cNvSpPr txBox="1"/>
          <p:nvPr/>
        </p:nvSpPr>
        <p:spPr>
          <a:xfrm>
            <a:off x="4141123" y="254171"/>
            <a:ext cx="75693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1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Up:</a:t>
            </a:r>
            <a:r>
              <a:rPr kumimoji="1" lang="zh-CN" altLang="en-US" sz="11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 </a:t>
            </a:r>
            <a:r>
              <a:rPr kumimoji="1" lang="en-US" altLang="zh-CN" sz="11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1383</a:t>
            </a:r>
            <a:endParaRPr kumimoji="1" lang="zh-CN" altLang="en-US" sz="1100" dirty="0">
              <a:latin typeface="Arial" panose="020B0604020202020204" pitchFamily="34" charset="0"/>
              <a:cs typeface="Arial" panose="020B0604020202020204" pitchFamily="34" charset="0"/>
              <a:ea typeface="Arial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BF2F0A3-591B-553D-A017-883A3D54CECE}"/>
              </a:ext>
            </a:extLst>
          </p:cNvPr>
          <p:cNvSpPr txBox="1"/>
          <p:nvPr/>
        </p:nvSpPr>
        <p:spPr>
          <a:xfrm>
            <a:off x="2680824" y="254171"/>
            <a:ext cx="83548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1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Done:</a:t>
            </a:r>
            <a:r>
              <a:rPr kumimoji="1" lang="zh-CN" altLang="en-US" sz="11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 </a:t>
            </a:r>
            <a:r>
              <a:rPr kumimoji="1" lang="en-US" altLang="zh-CN" sz="11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968</a:t>
            </a:r>
            <a:endParaRPr kumimoji="1" lang="zh-CN" altLang="en-US" sz="1100" dirty="0">
              <a:latin typeface="Arial" panose="020B0604020202020204" pitchFamily="34" charset="0"/>
              <a:cs typeface="Arial" panose="020B0604020202020204" pitchFamily="34" charset="0"/>
              <a:ea typeface="Arial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8AA861AD-F22F-9798-0578-2074E51AF16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ns2:svgBlip xmlns:ns2="http://schemas.microsoft.com/office/drawing/2016/SVG/main" r:embed="rId13"/>
              </a:ext>
            </a:extLst>
          </a:blip>
          <a:srcRect b="5006"/>
          <a:stretch/>
        </p:blipFill>
        <p:spPr>
          <a:xfrm>
            <a:off x="5389305" y="431089"/>
            <a:ext cx="2251010" cy="2171579"/>
          </a:xfrm>
          <a:prstGeom prst="rect">
            <a:avLst/>
          </a:prstGeom>
        </p:spPr>
      </p:pic>
      <p:grpSp>
        <p:nvGrpSpPr>
          <p:cNvPr id="113" name="Editable text for image3"/>
          <p:cNvGrpSpPr/>
          <p:nvPr/>
        </p:nvGrpSpPr>
        <p:grpSpPr>
          <a:xfrm>
            <a:off x="5389305" y="431089"/>
            <a:ext cx="2251010" cy="2171579"/>
            <a:chOff x="0" y="0"/>
            <a:chExt cx="386000" cy="372376"/>
          </a:xfrm>
        </p:grpSpPr>
        <p:sp>
          <p:nvSpPr>
            <p:cNvPr id="114" name="Editable text 1: Group"/>
            <p:cNvSpPr/>
            <p:nvPr/>
          </p:nvSpPr>
          <p:spPr>
            <a:xfrm>
              <a:off x="304210" y="3130"/>
              <a:ext cx="29800" cy="137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59" b="1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Group</a:t>
              </a:r>
              <a:endParaRPr lang="en-US" sz="459">
                <a:latin typeface="Arial"/>
                <a:ea typeface="Arial"/>
                <a:cs typeface="Arial"/>
              </a:endParaRPr>
            </a:p>
          </p:txBody>
        </p:sp>
        <p:sp>
          <p:nvSpPr>
            <p:cNvPr id="115" name="Editable text 2: Group"/>
            <p:cNvSpPr/>
            <p:nvPr/>
          </p:nvSpPr>
          <p:spPr>
            <a:xfrm>
              <a:off x="334950" y="14720"/>
              <a:ext cx="29800" cy="137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59" b="1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Group</a:t>
              </a:r>
              <a:endParaRPr lang="en-US" sz="459">
                <a:latin typeface="Arial"/>
                <a:ea typeface="Arial"/>
                <a:cs typeface="Arial"/>
              </a:endParaRPr>
            </a:p>
          </p:txBody>
        </p:sp>
        <p:sp>
          <p:nvSpPr>
            <p:cNvPr id="116" name="Editable text 3: C"/>
            <p:cNvSpPr/>
            <p:nvPr/>
          </p:nvSpPr>
          <p:spPr>
            <a:xfrm>
              <a:off x="349790" y="29030"/>
              <a:ext cx="12000" cy="13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59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C</a:t>
              </a:r>
              <a:endParaRPr lang="en-US" sz="459">
                <a:latin typeface="Arial"/>
                <a:ea typeface="Arial"/>
                <a:cs typeface="Arial"/>
              </a:endParaRPr>
            </a:p>
          </p:txBody>
        </p:sp>
        <p:sp>
          <p:nvSpPr>
            <p:cNvPr id="117" name="Editable text 4: M"/>
            <p:cNvSpPr/>
            <p:nvPr/>
          </p:nvSpPr>
          <p:spPr>
            <a:xfrm>
              <a:off x="350345" y="43390"/>
              <a:ext cx="12000" cy="13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59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M</a:t>
              </a:r>
              <a:endParaRPr lang="en-US" sz="459">
                <a:latin typeface="Arial"/>
                <a:ea typeface="Arial"/>
                <a:cs typeface="Arial"/>
              </a:endParaRPr>
            </a:p>
          </p:txBody>
        </p:sp>
        <p:sp>
          <p:nvSpPr>
            <p:cNvPr id="118" name="Editable text 5: −2"/>
            <p:cNvSpPr/>
            <p:nvPr/>
          </p:nvSpPr>
          <p:spPr>
            <a:xfrm>
              <a:off x="319809" y="146730"/>
              <a:ext cx="12201" cy="13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59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−2</a:t>
              </a:r>
              <a:endParaRPr lang="en-US" sz="459">
                <a:latin typeface="Arial"/>
                <a:ea typeface="Arial"/>
                <a:cs typeface="Arial"/>
              </a:endParaRPr>
            </a:p>
          </p:txBody>
        </p:sp>
        <p:sp>
          <p:nvSpPr>
            <p:cNvPr id="119" name="Editable text 6: −1"/>
            <p:cNvSpPr/>
            <p:nvPr/>
          </p:nvSpPr>
          <p:spPr>
            <a:xfrm>
              <a:off x="319809" y="116400"/>
              <a:ext cx="12201" cy="13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59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−1</a:t>
              </a:r>
              <a:endParaRPr lang="en-US" sz="459">
                <a:latin typeface="Arial"/>
                <a:ea typeface="Arial"/>
                <a:cs typeface="Arial"/>
              </a:endParaRPr>
            </a:p>
          </p:txBody>
        </p:sp>
        <p:sp>
          <p:nvSpPr>
            <p:cNvPr id="120" name="Editable text 7: 0"/>
            <p:cNvSpPr/>
            <p:nvPr/>
          </p:nvSpPr>
          <p:spPr>
            <a:xfrm>
              <a:off x="316990" y="86080"/>
              <a:ext cx="12000" cy="13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59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  <a:endParaRPr lang="en-US" sz="459">
                <a:latin typeface="Arial"/>
                <a:ea typeface="Arial"/>
                <a:cs typeface="Arial"/>
              </a:endParaRPr>
            </a:p>
          </p:txBody>
        </p:sp>
        <p:sp>
          <p:nvSpPr>
            <p:cNvPr id="121" name="Editable text 8: 1"/>
            <p:cNvSpPr/>
            <p:nvPr/>
          </p:nvSpPr>
          <p:spPr>
            <a:xfrm>
              <a:off x="316990" y="55750"/>
              <a:ext cx="12000" cy="13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59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</a:t>
              </a:r>
              <a:endParaRPr lang="en-US" sz="459">
                <a:latin typeface="Arial"/>
                <a:ea typeface="Arial"/>
                <a:cs typeface="Arial"/>
              </a:endParaRPr>
            </a:p>
          </p:txBody>
        </p:sp>
        <p:sp>
          <p:nvSpPr>
            <p:cNvPr id="122" name="Editable text 9: 2"/>
            <p:cNvSpPr/>
            <p:nvPr/>
          </p:nvSpPr>
          <p:spPr>
            <a:xfrm>
              <a:off x="316990" y="25430"/>
              <a:ext cx="12000" cy="13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59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</a:t>
              </a:r>
              <a:endParaRPr lang="en-US" sz="459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B5A7CA64-6D1E-4D0B-E6D7-0808FF5E0429}"/>
              </a:ext>
            </a:extLst>
          </p:cNvPr>
          <p:cNvSpPr txBox="1"/>
          <p:nvPr/>
        </p:nvSpPr>
        <p:spPr>
          <a:xfrm>
            <a:off x="5080047" y="154980"/>
            <a:ext cx="618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C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  <a:ea typeface="Arial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0642711-FDCD-84E9-A0BB-F8F72738A823}"/>
              </a:ext>
            </a:extLst>
          </p:cNvPr>
          <p:cNvSpPr txBox="1"/>
          <p:nvPr/>
        </p:nvSpPr>
        <p:spPr>
          <a:xfrm>
            <a:off x="114298" y="2916285"/>
            <a:ext cx="718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D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  <a:ea typeface="Arial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207796C-A43B-20AE-8D60-B7DBB78D9349}"/>
              </a:ext>
            </a:extLst>
          </p:cNvPr>
          <p:cNvSpPr txBox="1"/>
          <p:nvPr/>
        </p:nvSpPr>
        <p:spPr>
          <a:xfrm>
            <a:off x="4564429" y="2923786"/>
            <a:ext cx="718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E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  <a:ea typeface="Arial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62952C06-F007-A184-7FB4-E3D203EFD9D6}"/>
              </a:ext>
            </a:extLst>
          </p:cNvPr>
          <p:cNvGrpSpPr/>
          <p:nvPr/>
        </p:nvGrpSpPr>
        <p:grpSpPr>
          <a:xfrm>
            <a:off x="101355" y="3203285"/>
            <a:ext cx="4978692" cy="3674947"/>
            <a:chOff x="101355" y="3421000"/>
            <a:chExt cx="4978692" cy="3674947"/>
          </a:xfrm>
        </p:grpSpPr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5A3AFCFF-EA39-0A9D-E1CD-E83229270BD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ns3:svgBlip xmlns:ns3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01355" y="3425592"/>
              <a:ext cx="4587944" cy="3670355"/>
            </a:xfrm>
            <a:prstGeom prst="rect">
              <a:avLst/>
            </a:prstGeom>
          </p:spPr>
        </p:pic>
        <p:grpSp>
          <p:nvGrpSpPr>
            <p:cNvPr id="123" name="Editable text for image4"/>
            <p:cNvGrpSpPr/>
            <p:nvPr/>
          </p:nvGrpSpPr>
          <p:grpSpPr>
            <a:xfrm>
              <a:off x="101355" y="3425592"/>
              <a:ext cx="4587944" cy="3670355"/>
              <a:chOff x="0" y="0"/>
              <a:chExt cx="1080000" cy="864000"/>
            </a:xfrm>
          </p:grpSpPr>
          <p:sp>
            <p:nvSpPr>
              <p:cNvPr id="124" name="Editable text 1: 40"/>
              <p:cNvSpPr/>
              <p:nvPr/>
            </p:nvSpPr>
            <p:spPr>
              <a:xfrm>
                <a:off x="74894" y="21560"/>
                <a:ext cx="16800" cy="192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rIns="0" tIns="0" bIns="0" anchor="ctr"/>
              <a:lstStyle/>
              <a:p>
                <a:pPr algn="ctr"/>
                <a:r>
                  <a:rPr lang="en-US" sz="468" b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40</a:t>
                </a:r>
                <a:endParaRPr lang="en-US" sz="468">
                  <a:latin typeface="Arial"/>
                  <a:ea typeface="Arial"/>
                  <a:cs typeface="Arial"/>
                </a:endParaRPr>
              </a:p>
            </p:txBody>
          </p:sp>
          <p:sp>
            <p:nvSpPr>
              <p:cNvPr id="125" name="Editable text 2: 73"/>
              <p:cNvSpPr/>
              <p:nvPr/>
            </p:nvSpPr>
            <p:spPr>
              <a:xfrm>
                <a:off x="74894" y="65060"/>
                <a:ext cx="16800" cy="192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rIns="0" tIns="0" bIns="0" anchor="ctr"/>
              <a:lstStyle/>
              <a:p>
                <a:pPr algn="ctr"/>
                <a:r>
                  <a:rPr lang="en-US" sz="468" b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73</a:t>
                </a:r>
                <a:endParaRPr lang="en-US" sz="468">
                  <a:latin typeface="Arial"/>
                  <a:ea typeface="Arial"/>
                  <a:cs typeface="Arial"/>
                </a:endParaRPr>
              </a:p>
            </p:txBody>
          </p:sp>
          <p:sp>
            <p:nvSpPr>
              <p:cNvPr id="126" name="Editable text 3: 62"/>
              <p:cNvSpPr/>
              <p:nvPr/>
            </p:nvSpPr>
            <p:spPr>
              <a:xfrm>
                <a:off x="74894" y="108560"/>
                <a:ext cx="16800" cy="192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rIns="0" tIns="0" bIns="0" anchor="ctr"/>
              <a:lstStyle/>
              <a:p>
                <a:pPr algn="ctr"/>
                <a:r>
                  <a:rPr lang="en-US" sz="468" b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62</a:t>
                </a:r>
                <a:endParaRPr lang="en-US" sz="468">
                  <a:latin typeface="Arial"/>
                  <a:ea typeface="Arial"/>
                  <a:cs typeface="Arial"/>
                </a:endParaRPr>
              </a:p>
            </p:txBody>
          </p:sp>
          <p:sp>
            <p:nvSpPr>
              <p:cNvPr id="127" name="Editable text 4: 73"/>
              <p:cNvSpPr/>
              <p:nvPr/>
            </p:nvSpPr>
            <p:spPr>
              <a:xfrm>
                <a:off x="74894" y="152060"/>
                <a:ext cx="16800" cy="192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rIns="0" tIns="0" bIns="0" anchor="ctr"/>
              <a:lstStyle/>
              <a:p>
                <a:pPr algn="ctr"/>
                <a:r>
                  <a:rPr lang="en-US" sz="468" b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73</a:t>
                </a:r>
                <a:endParaRPr lang="en-US" sz="468">
                  <a:latin typeface="Arial"/>
                  <a:ea typeface="Arial"/>
                  <a:cs typeface="Arial"/>
                </a:endParaRPr>
              </a:p>
            </p:txBody>
          </p:sp>
          <p:sp>
            <p:nvSpPr>
              <p:cNvPr id="128" name="Editable text 5: 73"/>
              <p:cNvSpPr/>
              <p:nvPr/>
            </p:nvSpPr>
            <p:spPr>
              <a:xfrm>
                <a:off x="74894" y="195560"/>
                <a:ext cx="16800" cy="192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rIns="0" tIns="0" bIns="0" anchor="ctr"/>
              <a:lstStyle/>
              <a:p>
                <a:pPr algn="ctr"/>
                <a:r>
                  <a:rPr lang="en-US" sz="468" b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73</a:t>
                </a:r>
                <a:endParaRPr lang="en-US" sz="468">
                  <a:latin typeface="Arial"/>
                  <a:ea typeface="Arial"/>
                  <a:cs typeface="Arial"/>
                </a:endParaRPr>
              </a:p>
            </p:txBody>
          </p:sp>
          <p:sp>
            <p:nvSpPr>
              <p:cNvPr id="129" name="Editable text 6: 73"/>
              <p:cNvSpPr/>
              <p:nvPr/>
            </p:nvSpPr>
            <p:spPr>
              <a:xfrm>
                <a:off x="74894" y="239060"/>
                <a:ext cx="16800" cy="192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rIns="0" tIns="0" bIns="0" anchor="ctr"/>
              <a:lstStyle/>
              <a:p>
                <a:pPr algn="ctr"/>
                <a:r>
                  <a:rPr lang="en-US" sz="468" b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73</a:t>
                </a:r>
                <a:endParaRPr lang="en-US" sz="468">
                  <a:latin typeface="Arial"/>
                  <a:ea typeface="Arial"/>
                  <a:cs typeface="Arial"/>
                </a:endParaRPr>
              </a:p>
            </p:txBody>
          </p:sp>
          <p:sp>
            <p:nvSpPr>
              <p:cNvPr id="130" name="Editable text 7: 40"/>
              <p:cNvSpPr/>
              <p:nvPr/>
            </p:nvSpPr>
            <p:spPr>
              <a:xfrm>
                <a:off x="74894" y="282570"/>
                <a:ext cx="16800" cy="192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rIns="0" tIns="0" bIns="0" anchor="ctr"/>
              <a:lstStyle/>
              <a:p>
                <a:pPr algn="ctr"/>
                <a:r>
                  <a:rPr lang="en-US" sz="468" b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40</a:t>
                </a:r>
                <a:endParaRPr lang="en-US" sz="468">
                  <a:latin typeface="Arial"/>
                  <a:ea typeface="Arial"/>
                  <a:cs typeface="Arial"/>
                </a:endParaRPr>
              </a:p>
            </p:txBody>
          </p:sp>
          <p:sp>
            <p:nvSpPr>
              <p:cNvPr id="131" name="Editable text 8: 18"/>
              <p:cNvSpPr/>
              <p:nvPr/>
            </p:nvSpPr>
            <p:spPr>
              <a:xfrm>
                <a:off x="74894" y="326070"/>
                <a:ext cx="16800" cy="192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rIns="0" tIns="0" bIns="0" anchor="ctr"/>
              <a:lstStyle/>
              <a:p>
                <a:pPr algn="ctr"/>
                <a:r>
                  <a:rPr lang="en-US" sz="468" b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18</a:t>
                </a:r>
                <a:endParaRPr lang="en-US" sz="468">
                  <a:latin typeface="Arial"/>
                  <a:ea typeface="Arial"/>
                  <a:cs typeface="Arial"/>
                </a:endParaRPr>
              </a:p>
            </p:txBody>
          </p:sp>
          <p:sp>
            <p:nvSpPr>
              <p:cNvPr id="132" name="Editable text 9: 65"/>
              <p:cNvSpPr/>
              <p:nvPr/>
            </p:nvSpPr>
            <p:spPr>
              <a:xfrm>
                <a:off x="74894" y="369570"/>
                <a:ext cx="16800" cy="192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rIns="0" tIns="0" bIns="0" anchor="ctr"/>
              <a:lstStyle/>
              <a:p>
                <a:pPr algn="ctr"/>
                <a:r>
                  <a:rPr lang="en-US" sz="468" b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65</a:t>
                </a:r>
                <a:endParaRPr lang="en-US" sz="468">
                  <a:latin typeface="Arial"/>
                  <a:ea typeface="Arial"/>
                  <a:cs typeface="Arial"/>
                </a:endParaRPr>
              </a:p>
            </p:txBody>
          </p:sp>
          <p:sp>
            <p:nvSpPr>
              <p:cNvPr id="133" name="Editable text 10: 68"/>
              <p:cNvSpPr/>
              <p:nvPr/>
            </p:nvSpPr>
            <p:spPr>
              <a:xfrm>
                <a:off x="74894" y="413070"/>
                <a:ext cx="16800" cy="192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rIns="0" tIns="0" bIns="0" anchor="ctr"/>
              <a:lstStyle/>
              <a:p>
                <a:pPr algn="ctr"/>
                <a:r>
                  <a:rPr lang="en-US" sz="468" b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68</a:t>
                </a:r>
                <a:endParaRPr lang="en-US" sz="468">
                  <a:latin typeface="Arial"/>
                  <a:ea typeface="Arial"/>
                  <a:cs typeface="Arial"/>
                </a:endParaRPr>
              </a:p>
            </p:txBody>
          </p:sp>
          <p:sp>
            <p:nvSpPr>
              <p:cNvPr id="134" name="Editable text 11: 107"/>
              <p:cNvSpPr/>
              <p:nvPr/>
            </p:nvSpPr>
            <p:spPr>
              <a:xfrm>
                <a:off x="71217" y="456570"/>
                <a:ext cx="24159" cy="192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rIns="0" tIns="0" bIns="0" anchor="ctr"/>
              <a:lstStyle/>
              <a:p>
                <a:pPr algn="ctr"/>
                <a:r>
                  <a:rPr lang="en-US" sz="468" b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107</a:t>
                </a:r>
                <a:endParaRPr lang="en-US" sz="468">
                  <a:latin typeface="Arial"/>
                  <a:ea typeface="Arial"/>
                  <a:cs typeface="Arial"/>
                </a:endParaRPr>
              </a:p>
            </p:txBody>
          </p:sp>
          <p:sp>
            <p:nvSpPr>
              <p:cNvPr id="135" name="Editable text 12: 108"/>
              <p:cNvSpPr/>
              <p:nvPr/>
            </p:nvSpPr>
            <p:spPr>
              <a:xfrm>
                <a:off x="71217" y="500070"/>
                <a:ext cx="24159" cy="192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rIns="0" tIns="0" bIns="0" anchor="ctr"/>
              <a:lstStyle/>
              <a:p>
                <a:pPr algn="ctr"/>
                <a:r>
                  <a:rPr lang="en-US" sz="468" b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108</a:t>
                </a:r>
                <a:endParaRPr lang="en-US" sz="468">
                  <a:latin typeface="Arial"/>
                  <a:ea typeface="Arial"/>
                  <a:cs typeface="Arial"/>
                </a:endParaRPr>
              </a:p>
            </p:txBody>
          </p:sp>
          <p:sp>
            <p:nvSpPr>
              <p:cNvPr id="136" name="Editable text 13: 15"/>
              <p:cNvSpPr/>
              <p:nvPr/>
            </p:nvSpPr>
            <p:spPr>
              <a:xfrm>
                <a:off x="74894" y="543570"/>
                <a:ext cx="16800" cy="192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rIns="0" tIns="0" bIns="0" anchor="ctr"/>
              <a:lstStyle/>
              <a:p>
                <a:pPr algn="ctr"/>
                <a:r>
                  <a:rPr lang="en-US" sz="468" b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15</a:t>
                </a:r>
                <a:endParaRPr lang="en-US" sz="468">
                  <a:latin typeface="Arial"/>
                  <a:ea typeface="Arial"/>
                  <a:cs typeface="Arial"/>
                </a:endParaRPr>
              </a:p>
            </p:txBody>
          </p:sp>
          <p:sp>
            <p:nvSpPr>
              <p:cNvPr id="137" name="Editable text 14: 45"/>
              <p:cNvSpPr/>
              <p:nvPr/>
            </p:nvSpPr>
            <p:spPr>
              <a:xfrm>
                <a:off x="74894" y="587080"/>
                <a:ext cx="16800" cy="192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rIns="0" tIns="0" bIns="0" anchor="ctr"/>
              <a:lstStyle/>
              <a:p>
                <a:pPr algn="ctr"/>
                <a:r>
                  <a:rPr lang="en-US" sz="468" b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45</a:t>
                </a:r>
                <a:endParaRPr lang="en-US" sz="468">
                  <a:latin typeface="Arial"/>
                  <a:ea typeface="Arial"/>
                  <a:cs typeface="Arial"/>
                </a:endParaRPr>
              </a:p>
            </p:txBody>
          </p:sp>
          <p:sp>
            <p:nvSpPr>
              <p:cNvPr id="138" name="Editable text 15: 32"/>
              <p:cNvSpPr/>
              <p:nvPr/>
            </p:nvSpPr>
            <p:spPr>
              <a:xfrm>
                <a:off x="74894" y="630580"/>
                <a:ext cx="16800" cy="192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rIns="0" tIns="0" bIns="0" anchor="ctr"/>
              <a:lstStyle/>
              <a:p>
                <a:pPr algn="ctr"/>
                <a:r>
                  <a:rPr lang="en-US" sz="468" b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32</a:t>
                </a:r>
                <a:endParaRPr lang="en-US" sz="468">
                  <a:latin typeface="Arial"/>
                  <a:ea typeface="Arial"/>
                  <a:cs typeface="Arial"/>
                </a:endParaRPr>
              </a:p>
            </p:txBody>
          </p:sp>
          <p:sp>
            <p:nvSpPr>
              <p:cNvPr id="139" name="Editable text 16: 49"/>
              <p:cNvSpPr/>
              <p:nvPr/>
            </p:nvSpPr>
            <p:spPr>
              <a:xfrm>
                <a:off x="74894" y="674080"/>
                <a:ext cx="16800" cy="192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rIns="0" tIns="0" bIns="0" anchor="ctr"/>
              <a:lstStyle/>
              <a:p>
                <a:pPr algn="ctr"/>
                <a:r>
                  <a:rPr lang="en-US" sz="468" b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49</a:t>
                </a:r>
                <a:endParaRPr lang="en-US" sz="468">
                  <a:latin typeface="Arial"/>
                  <a:ea typeface="Arial"/>
                  <a:cs typeface="Arial"/>
                </a:endParaRPr>
              </a:p>
            </p:txBody>
          </p:sp>
          <p:sp>
            <p:nvSpPr>
              <p:cNvPr id="140" name="Editable text 17: 42"/>
              <p:cNvSpPr/>
              <p:nvPr/>
            </p:nvSpPr>
            <p:spPr>
              <a:xfrm>
                <a:off x="74894" y="717580"/>
                <a:ext cx="16800" cy="192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rIns="0" tIns="0" bIns="0" anchor="ctr"/>
              <a:lstStyle/>
              <a:p>
                <a:pPr algn="ctr"/>
                <a:r>
                  <a:rPr lang="en-US" sz="468" b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42</a:t>
                </a:r>
                <a:endParaRPr lang="en-US" sz="468">
                  <a:latin typeface="Arial"/>
                  <a:ea typeface="Arial"/>
                  <a:cs typeface="Arial"/>
                </a:endParaRPr>
              </a:p>
            </p:txBody>
          </p:sp>
          <p:sp>
            <p:nvSpPr>
              <p:cNvPr id="141" name="Editable text 18: 59"/>
              <p:cNvSpPr/>
              <p:nvPr/>
            </p:nvSpPr>
            <p:spPr>
              <a:xfrm>
                <a:off x="74894" y="761080"/>
                <a:ext cx="16800" cy="192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rIns="0" tIns="0" bIns="0" anchor="ctr"/>
              <a:lstStyle/>
              <a:p>
                <a:pPr algn="ctr"/>
                <a:r>
                  <a:rPr lang="en-US" sz="468" b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59</a:t>
                </a:r>
                <a:endParaRPr lang="en-US" sz="468">
                  <a:latin typeface="Arial"/>
                  <a:ea typeface="Arial"/>
                  <a:cs typeface="Arial"/>
                </a:endParaRPr>
              </a:p>
            </p:txBody>
          </p:sp>
          <p:sp>
            <p:nvSpPr>
              <p:cNvPr id="142" name="Editable text 19: 0"/>
              <p:cNvSpPr/>
              <p:nvPr/>
            </p:nvSpPr>
            <p:spPr>
              <a:xfrm>
                <a:off x="149120" y="806430"/>
                <a:ext cx="24000" cy="274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rIns="0" tIns="0" bIns="0" anchor="ctr"/>
              <a:lstStyle/>
              <a:p>
                <a:pPr algn="ctr"/>
                <a:r>
                  <a:rPr lang="en-US" sz="669" b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0</a:t>
                </a:r>
                <a:endParaRPr lang="en-US" sz="669">
                  <a:latin typeface="Arial"/>
                  <a:ea typeface="Arial"/>
                  <a:cs typeface="Arial"/>
                </a:endParaRPr>
              </a:p>
            </p:txBody>
          </p:sp>
          <p:sp>
            <p:nvSpPr>
              <p:cNvPr id="143" name="Editable text 20: 10"/>
              <p:cNvSpPr/>
              <p:nvPr/>
            </p:nvSpPr>
            <p:spPr>
              <a:xfrm>
                <a:off x="333220" y="806430"/>
                <a:ext cx="24000" cy="274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rIns="0" tIns="0" bIns="0" anchor="ctr"/>
              <a:lstStyle/>
              <a:p>
                <a:pPr algn="ctr"/>
                <a:r>
                  <a:rPr lang="en-US" sz="669" b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10</a:t>
                </a:r>
                <a:endParaRPr lang="en-US" sz="669">
                  <a:latin typeface="Arial"/>
                  <a:ea typeface="Arial"/>
                  <a:cs typeface="Arial"/>
                </a:endParaRPr>
              </a:p>
            </p:txBody>
          </p:sp>
          <p:sp>
            <p:nvSpPr>
              <p:cNvPr id="144" name="Editable text 21: 20"/>
              <p:cNvSpPr/>
              <p:nvPr/>
            </p:nvSpPr>
            <p:spPr>
              <a:xfrm>
                <a:off x="517330" y="806430"/>
                <a:ext cx="24000" cy="274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rIns="0" tIns="0" bIns="0" anchor="ctr"/>
              <a:lstStyle/>
              <a:p>
                <a:pPr algn="ctr"/>
                <a:r>
                  <a:rPr lang="en-US" sz="669" b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20</a:t>
                </a:r>
                <a:endParaRPr lang="en-US" sz="669">
                  <a:latin typeface="Arial"/>
                  <a:ea typeface="Arial"/>
                  <a:cs typeface="Arial"/>
                </a:endParaRPr>
              </a:p>
            </p:txBody>
          </p:sp>
          <p:sp>
            <p:nvSpPr>
              <p:cNvPr id="145" name="Editable text 22: 30"/>
              <p:cNvSpPr/>
              <p:nvPr/>
            </p:nvSpPr>
            <p:spPr>
              <a:xfrm>
                <a:off x="701440" y="806430"/>
                <a:ext cx="24000" cy="274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rIns="0" tIns="0" bIns="0" anchor="ctr"/>
              <a:lstStyle/>
              <a:p>
                <a:pPr algn="ctr"/>
                <a:r>
                  <a:rPr lang="en-US" sz="669" b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30</a:t>
                </a:r>
                <a:endParaRPr lang="en-US" sz="669">
                  <a:latin typeface="Arial"/>
                  <a:ea typeface="Arial"/>
                  <a:cs typeface="Arial"/>
                </a:endParaRPr>
              </a:p>
            </p:txBody>
          </p:sp>
          <p:sp>
            <p:nvSpPr>
              <p:cNvPr id="146" name="Editable text 23: 40"/>
              <p:cNvSpPr/>
              <p:nvPr/>
            </p:nvSpPr>
            <p:spPr>
              <a:xfrm>
                <a:off x="885550" y="806430"/>
                <a:ext cx="24000" cy="274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rIns="0" tIns="0" bIns="0" anchor="ctr"/>
              <a:lstStyle/>
              <a:p>
                <a:pPr algn="ctr"/>
                <a:r>
                  <a:rPr lang="en-US" sz="669" b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40</a:t>
                </a:r>
                <a:endParaRPr lang="en-US" sz="669">
                  <a:latin typeface="Arial"/>
                  <a:ea typeface="Arial"/>
                  <a:cs typeface="Arial"/>
                </a:endParaRPr>
              </a:p>
            </p:txBody>
          </p:sp>
          <p:sp>
            <p:nvSpPr>
              <p:cNvPr id="147" name="Editable text 24: −Log10(Pvalue)"/>
              <p:cNvSpPr/>
              <p:nvPr/>
            </p:nvSpPr>
            <p:spPr>
              <a:xfrm>
                <a:off x="447500" y="826145"/>
                <a:ext cx="178011" cy="34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rIns="0" tIns="0" bIns="0" anchor="ctr"/>
              <a:lstStyle/>
              <a:p>
                <a:pPr algn="ctr"/>
                <a:r>
                  <a:rPr lang="en-US" sz="836" b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−Log10(Pvalue)</a:t>
                </a:r>
                <a:endParaRPr lang="en-US" sz="836">
                  <a:latin typeface="Arial"/>
                  <a:ea typeface="Arial"/>
                  <a:cs typeface="Arial"/>
                </a:endParaRPr>
              </a:p>
            </p:txBody>
          </p:sp>
          <p:sp>
            <p:nvSpPr>
              <p:cNvPr id="148" name="Editable text 25: ONTOLOGY"/>
              <p:cNvSpPr/>
              <p:nvPr/>
            </p:nvSpPr>
            <p:spPr>
              <a:xfrm>
                <a:off x="927672" y="189565"/>
                <a:ext cx="142036" cy="34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rIns="0" tIns="0" bIns="0" anchor="ctr"/>
              <a:lstStyle/>
              <a:p>
                <a:pPr algn="ctr"/>
                <a:r>
                  <a:rPr lang="en-US" sz="836" b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ONTOLOGY</a:t>
                </a:r>
                <a:endParaRPr lang="en-US" sz="836">
                  <a:latin typeface="Arial"/>
                  <a:ea typeface="Arial"/>
                  <a:cs typeface="Arial"/>
                </a:endParaRPr>
              </a:p>
            </p:txBody>
          </p:sp>
          <p:sp>
            <p:nvSpPr>
              <p:cNvPr id="149" name="Editable text 26: BP"/>
              <p:cNvSpPr/>
              <p:nvPr/>
            </p:nvSpPr>
            <p:spPr>
              <a:xfrm>
                <a:off x="985750" y="240000"/>
                <a:ext cx="27480" cy="274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rIns="0" tIns="0" bIns="0" anchor="ctr"/>
              <a:lstStyle/>
              <a:p>
                <a:pPr algn="ctr"/>
                <a:r>
                  <a:rPr lang="en-US" sz="669" b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BP</a:t>
                </a:r>
                <a:endParaRPr lang="en-US" sz="669">
                  <a:latin typeface="Arial"/>
                  <a:ea typeface="Arial"/>
                  <a:cs typeface="Arial"/>
                </a:endParaRPr>
              </a:p>
            </p:txBody>
          </p:sp>
          <p:sp>
            <p:nvSpPr>
              <p:cNvPr id="150" name="Editable text 27: CC"/>
              <p:cNvSpPr/>
              <p:nvPr/>
            </p:nvSpPr>
            <p:spPr>
              <a:xfrm>
                <a:off x="985747" y="285360"/>
                <a:ext cx="29687" cy="274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rIns="0" tIns="0" bIns="0" anchor="ctr"/>
              <a:lstStyle/>
              <a:p>
                <a:pPr algn="ctr"/>
                <a:r>
                  <a:rPr lang="en-US" sz="669" b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CC</a:t>
                </a:r>
                <a:endParaRPr lang="en-US" sz="669">
                  <a:latin typeface="Arial"/>
                  <a:ea typeface="Arial"/>
                  <a:cs typeface="Arial"/>
                </a:endParaRPr>
              </a:p>
            </p:txBody>
          </p:sp>
          <p:sp>
            <p:nvSpPr>
              <p:cNvPr id="151" name="Editable text 28: MF"/>
              <p:cNvSpPr/>
              <p:nvPr/>
            </p:nvSpPr>
            <p:spPr>
              <a:xfrm>
                <a:off x="985751" y="330710"/>
                <a:ext cx="29677" cy="274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rIns="0" tIns="0" bIns="0" anchor="ctr"/>
              <a:lstStyle/>
              <a:p>
                <a:pPr algn="ctr"/>
                <a:r>
                  <a:rPr lang="en-US" sz="669" b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MF</a:t>
                </a:r>
                <a:endParaRPr lang="en-US" sz="669">
                  <a:latin typeface="Arial"/>
                  <a:ea typeface="Arial"/>
                  <a:cs typeface="Arial"/>
                </a:endParaRPr>
              </a:p>
            </p:txBody>
          </p:sp>
          <p:sp>
            <p:nvSpPr>
              <p:cNvPr id="152" name="Editable text 29: Count"/>
              <p:cNvSpPr/>
              <p:nvPr/>
            </p:nvSpPr>
            <p:spPr>
              <a:xfrm>
                <a:off x="927934" y="383445"/>
                <a:ext cx="67512" cy="34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rIns="0" tIns="0" bIns="0" anchor="ctr"/>
              <a:lstStyle/>
              <a:p>
                <a:pPr algn="ctr"/>
                <a:r>
                  <a:rPr lang="en-US" sz="836" b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Count</a:t>
                </a:r>
                <a:endParaRPr lang="en-US" sz="836">
                  <a:latin typeface="Arial"/>
                  <a:ea typeface="Arial"/>
                  <a:cs typeface="Arial"/>
                </a:endParaRPr>
              </a:p>
            </p:txBody>
          </p:sp>
          <p:sp>
            <p:nvSpPr>
              <p:cNvPr id="153" name="Editable text 30: 25"/>
              <p:cNvSpPr/>
              <p:nvPr/>
            </p:nvSpPr>
            <p:spPr>
              <a:xfrm>
                <a:off x="985270" y="433880"/>
                <a:ext cx="24000" cy="274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rIns="0" tIns="0" bIns="0" anchor="ctr"/>
              <a:lstStyle/>
              <a:p>
                <a:pPr algn="ctr"/>
                <a:r>
                  <a:rPr lang="en-US" sz="669" b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25</a:t>
                </a:r>
                <a:endParaRPr lang="en-US" sz="669">
                  <a:latin typeface="Arial"/>
                  <a:ea typeface="Arial"/>
                  <a:cs typeface="Arial"/>
                </a:endParaRPr>
              </a:p>
            </p:txBody>
          </p:sp>
          <p:sp>
            <p:nvSpPr>
              <p:cNvPr id="154" name="Editable text 31: 50"/>
              <p:cNvSpPr/>
              <p:nvPr/>
            </p:nvSpPr>
            <p:spPr>
              <a:xfrm>
                <a:off x="985270" y="479240"/>
                <a:ext cx="24000" cy="274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rIns="0" tIns="0" bIns="0" anchor="ctr"/>
              <a:lstStyle/>
              <a:p>
                <a:pPr algn="ctr"/>
                <a:r>
                  <a:rPr lang="en-US" sz="669" b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50</a:t>
                </a:r>
                <a:endParaRPr lang="en-US" sz="669">
                  <a:latin typeface="Arial"/>
                  <a:ea typeface="Arial"/>
                  <a:cs typeface="Arial"/>
                </a:endParaRPr>
              </a:p>
            </p:txBody>
          </p:sp>
          <p:sp>
            <p:nvSpPr>
              <p:cNvPr id="155" name="Editable text 32: 75"/>
              <p:cNvSpPr/>
              <p:nvPr/>
            </p:nvSpPr>
            <p:spPr>
              <a:xfrm>
                <a:off x="985270" y="524590"/>
                <a:ext cx="24000" cy="274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rIns="0" tIns="0" bIns="0" anchor="ctr"/>
              <a:lstStyle/>
              <a:p>
                <a:pPr algn="ctr"/>
                <a:r>
                  <a:rPr lang="en-US" sz="669" b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75</a:t>
                </a:r>
                <a:endParaRPr lang="en-US" sz="669">
                  <a:latin typeface="Arial"/>
                  <a:ea typeface="Arial"/>
                  <a:cs typeface="Arial"/>
                </a:endParaRPr>
              </a:p>
            </p:txBody>
          </p:sp>
          <p:sp>
            <p:nvSpPr>
              <p:cNvPr id="156" name="Editable text 33: 100"/>
              <p:cNvSpPr/>
              <p:nvPr/>
            </p:nvSpPr>
            <p:spPr>
              <a:xfrm>
                <a:off x="985745" y="569950"/>
                <a:ext cx="34169" cy="274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rIns="0" tIns="0" bIns="0" anchor="ctr"/>
              <a:lstStyle/>
              <a:p>
                <a:pPr algn="ctr"/>
                <a:r>
                  <a:rPr lang="en-US" sz="669" b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100</a:t>
                </a:r>
                <a:endParaRPr lang="en-US" sz="669">
                  <a:latin typeface="Arial"/>
                  <a:ea typeface="Arial"/>
                  <a:cs typeface="Arial"/>
                </a:endParaRPr>
              </a:p>
            </p:txBody>
          </p:sp>
        </p:grp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2D8CD6AE-2A9F-D766-3030-2A641F2539E6}"/>
                </a:ext>
              </a:extLst>
            </p:cNvPr>
            <p:cNvSpPr txBox="1"/>
            <p:nvPr/>
          </p:nvSpPr>
          <p:spPr>
            <a:xfrm>
              <a:off x="756956" y="3421000"/>
              <a:ext cx="4323091" cy="3393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en" altLang="zh-CN" sz="800" b="0" i="0" dirty="0">
                  <a:effectLst/>
                  <a:latin typeface="Arial" panose="020B0604020202020204" pitchFamily="34" charset="0"/>
                  <a:cs typeface="Arial" panose="020B0604020202020204" pitchFamily="34" charset="0"/>
                  <a:ea typeface="Arial"/>
                </a:rPr>
                <a:t>regulation of tube diameter</a:t>
              </a:r>
            </a:p>
            <a:p>
              <a:pPr algn="l">
                <a:lnSpc>
                  <a:spcPct val="150000"/>
                </a:lnSpc>
              </a:pPr>
              <a:r>
                <a:rPr lang="en" altLang="zh-CN" sz="800" b="0" i="0" dirty="0">
                  <a:effectLst/>
                  <a:latin typeface="Arial" panose="020B0604020202020204" pitchFamily="34" charset="0"/>
                  <a:cs typeface="Arial" panose="020B0604020202020204" pitchFamily="34" charset="0"/>
                  <a:ea typeface="Arial"/>
                </a:rPr>
                <a:t>muscle system process</a:t>
              </a:r>
            </a:p>
            <a:p>
              <a:pPr algn="l">
                <a:lnSpc>
                  <a:spcPct val="150000"/>
                </a:lnSpc>
              </a:pPr>
              <a:r>
                <a:rPr lang="en" altLang="zh-CN" sz="800" b="0" i="0" dirty="0">
                  <a:effectLst/>
                  <a:latin typeface="Arial" panose="020B0604020202020204" pitchFamily="34" charset="0"/>
                  <a:cs typeface="Arial" panose="020B0604020202020204" pitchFamily="34" charset="0"/>
                  <a:ea typeface="Arial"/>
                </a:rPr>
                <a:t>muscle contraction</a:t>
              </a:r>
            </a:p>
            <a:p>
              <a:pPr algn="l">
                <a:lnSpc>
                  <a:spcPct val="150000"/>
                </a:lnSpc>
              </a:pPr>
              <a:r>
                <a:rPr lang="en" altLang="zh-CN" sz="800" b="0" i="0" dirty="0">
                  <a:effectLst/>
                  <a:latin typeface="Arial" panose="020B0604020202020204" pitchFamily="34" charset="0"/>
                  <a:cs typeface="Arial" panose="020B0604020202020204" pitchFamily="34" charset="0"/>
                  <a:ea typeface="Arial"/>
                </a:rPr>
                <a:t>extracellular structure organization</a:t>
              </a:r>
            </a:p>
            <a:p>
              <a:pPr algn="l">
                <a:lnSpc>
                  <a:spcPct val="150000"/>
                </a:lnSpc>
              </a:pPr>
              <a:r>
                <a:rPr lang="en" altLang="zh-CN" sz="800" b="0" i="0" dirty="0">
                  <a:effectLst/>
                  <a:latin typeface="Arial" panose="020B0604020202020204" pitchFamily="34" charset="0"/>
                  <a:cs typeface="Arial" panose="020B0604020202020204" pitchFamily="34" charset="0"/>
                  <a:ea typeface="Arial"/>
                </a:rPr>
                <a:t>external encapsulating structure organization</a:t>
              </a:r>
            </a:p>
            <a:p>
              <a:pPr algn="l">
                <a:lnSpc>
                  <a:spcPct val="150000"/>
                </a:lnSpc>
              </a:pPr>
              <a:r>
                <a:rPr lang="en" altLang="zh-CN" sz="800" b="0" i="0" dirty="0">
                  <a:effectLst/>
                  <a:latin typeface="Arial" panose="020B0604020202020204" pitchFamily="34" charset="0"/>
                  <a:cs typeface="Arial" panose="020B0604020202020204" pitchFamily="34" charset="0"/>
                  <a:ea typeface="Arial"/>
                </a:rPr>
                <a:t>extracellular matrix organization</a:t>
              </a:r>
            </a:p>
            <a:p>
              <a:pPr algn="l">
                <a:lnSpc>
                  <a:spcPct val="150000"/>
                </a:lnSpc>
              </a:pPr>
              <a:r>
                <a:rPr lang="en" altLang="zh-CN" sz="800" b="0" i="0" dirty="0">
                  <a:effectLst/>
                  <a:latin typeface="Arial" panose="020B0604020202020204" pitchFamily="34" charset="0"/>
                  <a:cs typeface="Arial" panose="020B0604020202020204" pitchFamily="34" charset="0"/>
                  <a:ea typeface="Arial"/>
                </a:rPr>
                <a:t>contractile fiber</a:t>
              </a:r>
            </a:p>
            <a:p>
              <a:pPr algn="l">
                <a:lnSpc>
                  <a:spcPct val="150000"/>
                </a:lnSpc>
              </a:pPr>
              <a:r>
                <a:rPr lang="en" altLang="zh-CN" sz="800" b="0" i="0" dirty="0">
                  <a:effectLst/>
                  <a:latin typeface="Arial" panose="020B0604020202020204" pitchFamily="34" charset="0"/>
                  <a:cs typeface="Arial" panose="020B0604020202020204" pitchFamily="34" charset="0"/>
                  <a:ea typeface="Arial"/>
                </a:rPr>
                <a:t>collagen trimer</a:t>
              </a:r>
            </a:p>
            <a:p>
              <a:pPr algn="l">
                <a:lnSpc>
                  <a:spcPct val="150000"/>
                </a:lnSpc>
              </a:pPr>
              <a:r>
                <a:rPr lang="en" altLang="zh-CN" sz="800" b="0" i="0" dirty="0">
                  <a:effectLst/>
                  <a:latin typeface="Arial" panose="020B0604020202020204" pitchFamily="34" charset="0"/>
                  <a:cs typeface="Arial" panose="020B0604020202020204" pitchFamily="34" charset="0"/>
                  <a:ea typeface="Arial"/>
                </a:rPr>
                <a:t>external side of plasma membrane</a:t>
              </a:r>
            </a:p>
            <a:p>
              <a:pPr algn="l">
                <a:lnSpc>
                  <a:spcPct val="150000"/>
                </a:lnSpc>
              </a:pPr>
              <a:r>
                <a:rPr lang="en" altLang="zh-CN" sz="800" b="0" i="0" dirty="0">
                  <a:effectLst/>
                  <a:latin typeface="Arial" panose="020B0604020202020204" pitchFamily="34" charset="0"/>
                  <a:cs typeface="Arial" panose="020B0604020202020204" pitchFamily="34" charset="0"/>
                  <a:ea typeface="Arial"/>
                </a:rPr>
                <a:t>collagen-containing extracellular matrix</a:t>
              </a:r>
            </a:p>
            <a:p>
              <a:pPr algn="l">
                <a:lnSpc>
                  <a:spcPct val="150000"/>
                </a:lnSpc>
              </a:pPr>
              <a:r>
                <a:rPr lang="en" altLang="zh-CN" sz="800" b="0" i="0" dirty="0">
                  <a:effectLst/>
                  <a:latin typeface="Arial" panose="020B0604020202020204" pitchFamily="34" charset="0"/>
                  <a:cs typeface="Arial" panose="020B0604020202020204" pitchFamily="34" charset="0"/>
                  <a:ea typeface="Arial"/>
                </a:rPr>
                <a:t>extracellular matrix</a:t>
              </a:r>
            </a:p>
            <a:p>
              <a:pPr algn="l">
                <a:lnSpc>
                  <a:spcPct val="150000"/>
                </a:lnSpc>
              </a:pPr>
              <a:r>
                <a:rPr lang="en" altLang="zh-CN" sz="800" b="0" i="0" dirty="0">
                  <a:effectLst/>
                  <a:latin typeface="Arial" panose="020B0604020202020204" pitchFamily="34" charset="0"/>
                  <a:cs typeface="Arial" panose="020B0604020202020204" pitchFamily="34" charset="0"/>
                  <a:ea typeface="Arial"/>
                </a:rPr>
                <a:t>external encapsulating structure</a:t>
              </a:r>
            </a:p>
            <a:p>
              <a:pPr algn="l">
                <a:lnSpc>
                  <a:spcPct val="150000"/>
                </a:lnSpc>
              </a:pPr>
              <a:r>
                <a:rPr lang="en" altLang="zh-CN" sz="800" b="0" i="0" dirty="0">
                  <a:effectLst/>
                  <a:latin typeface="Arial" panose="020B0604020202020204" pitchFamily="34" charset="0"/>
                  <a:cs typeface="Arial" panose="020B0604020202020204" pitchFamily="34" charset="0"/>
                  <a:ea typeface="Arial"/>
                </a:rPr>
                <a:t>extracellular matrix structural constituent con...</a:t>
              </a:r>
            </a:p>
            <a:p>
              <a:pPr algn="l">
                <a:lnSpc>
                  <a:spcPct val="150000"/>
                </a:lnSpc>
              </a:pPr>
              <a:r>
                <a:rPr lang="en" altLang="zh-CN" sz="800" b="0" i="0" dirty="0">
                  <a:effectLst/>
                  <a:latin typeface="Arial" panose="020B0604020202020204" pitchFamily="34" charset="0"/>
                  <a:cs typeface="Arial" panose="020B0604020202020204" pitchFamily="34" charset="0"/>
                  <a:ea typeface="Arial"/>
                </a:rPr>
                <a:t>carbohydrate binding</a:t>
              </a:r>
            </a:p>
            <a:p>
              <a:pPr algn="l">
                <a:lnSpc>
                  <a:spcPct val="150000"/>
                </a:lnSpc>
              </a:pPr>
              <a:r>
                <a:rPr lang="en" altLang="zh-CN" sz="800" b="0" i="0" dirty="0">
                  <a:effectLst/>
                  <a:latin typeface="Arial" panose="020B0604020202020204" pitchFamily="34" charset="0"/>
                  <a:cs typeface="Arial" panose="020B0604020202020204" pitchFamily="34" charset="0"/>
                  <a:ea typeface="Arial"/>
                </a:rPr>
                <a:t>integrin binding</a:t>
              </a:r>
            </a:p>
            <a:p>
              <a:pPr algn="l">
                <a:lnSpc>
                  <a:spcPct val="150000"/>
                </a:lnSpc>
              </a:pPr>
              <a:r>
                <a:rPr lang="en" altLang="zh-CN" sz="800" b="0" i="0" dirty="0">
                  <a:effectLst/>
                  <a:latin typeface="Arial" panose="020B0604020202020204" pitchFamily="34" charset="0"/>
                  <a:cs typeface="Arial" panose="020B0604020202020204" pitchFamily="34" charset="0"/>
                  <a:ea typeface="Arial"/>
                </a:rPr>
                <a:t>sulfur compound binding</a:t>
              </a:r>
            </a:p>
            <a:p>
              <a:pPr algn="l">
                <a:lnSpc>
                  <a:spcPct val="150000"/>
                </a:lnSpc>
              </a:pPr>
              <a:r>
                <a:rPr lang="en" altLang="zh-CN" sz="800" b="0" i="0" dirty="0">
                  <a:effectLst/>
                  <a:latin typeface="Arial" panose="020B0604020202020204" pitchFamily="34" charset="0"/>
                  <a:cs typeface="Arial" panose="020B0604020202020204" pitchFamily="34" charset="0"/>
                  <a:ea typeface="Arial"/>
                </a:rPr>
                <a:t>heparin binding</a:t>
              </a:r>
            </a:p>
            <a:p>
              <a:pPr algn="l">
                <a:lnSpc>
                  <a:spcPct val="150000"/>
                </a:lnSpc>
              </a:pPr>
              <a:r>
                <a:rPr lang="en" altLang="zh-CN" sz="800" b="0" i="0" dirty="0">
                  <a:effectLst/>
                  <a:latin typeface="Arial" panose="020B0604020202020204" pitchFamily="34" charset="0"/>
                  <a:cs typeface="Arial" panose="020B0604020202020204" pitchFamily="34" charset="0"/>
                  <a:ea typeface="Arial"/>
                </a:rPr>
                <a:t>glycosaminoglycan binding</a:t>
              </a: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9C4E4CA2-2B31-6715-1797-48853400DDE3}"/>
                </a:ext>
              </a:extLst>
            </p:cNvPr>
            <p:cNvSpPr txBox="1"/>
            <p:nvPr/>
          </p:nvSpPr>
          <p:spPr>
            <a:xfrm>
              <a:off x="1433657" y="3426683"/>
              <a:ext cx="2979008" cy="3393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kumimoji="1" lang="zh-CN" altLang="en-US" sz="800" dirty="0">
                  <a:solidFill>
                    <a:srgbClr val="92D050"/>
                  </a:solidFill>
                  <a:latin typeface="Arial" panose="020B0604020202020204" pitchFamily="34" charset="0"/>
                  <a:cs typeface="Arial" panose="020B0604020202020204" pitchFamily="34" charset="0"/>
                  <a:ea typeface="Arial"/>
                </a:rPr>
                <a:t>                    </a:t>
              </a:r>
              <a:r>
                <a:rPr kumimoji="1" lang="en" altLang="zh-CN" sz="800" dirty="0">
                  <a:solidFill>
                    <a:srgbClr val="92D050"/>
                  </a:solidFill>
                  <a:latin typeface="Arial" panose="020B0604020202020204" pitchFamily="34" charset="0"/>
                  <a:cs typeface="Arial" panose="020B0604020202020204" pitchFamily="34" charset="0"/>
                  <a:ea typeface="Arial"/>
                </a:rPr>
                <a:t>Ace/Acta1/Acta2/Actg2/Adra2a...</a:t>
              </a:r>
            </a:p>
            <a:p>
              <a:pPr>
                <a:lnSpc>
                  <a:spcPct val="150000"/>
                </a:lnSpc>
              </a:pPr>
              <a:r>
                <a:rPr kumimoji="1" lang="zh-CN" altLang="en-US" sz="800" dirty="0">
                  <a:solidFill>
                    <a:srgbClr val="92D050"/>
                  </a:solidFill>
                  <a:latin typeface="Arial" panose="020B0604020202020204" pitchFamily="34" charset="0"/>
                  <a:cs typeface="Arial" panose="020B0604020202020204" pitchFamily="34" charset="0"/>
                  <a:ea typeface="Arial"/>
                </a:rPr>
                <a:t>                </a:t>
              </a:r>
              <a:r>
                <a:rPr kumimoji="1" lang="en" altLang="zh-CN" sz="800" dirty="0">
                  <a:solidFill>
                    <a:srgbClr val="92D050"/>
                  </a:solidFill>
                  <a:latin typeface="Arial" panose="020B0604020202020204" pitchFamily="34" charset="0"/>
                  <a:cs typeface="Arial" panose="020B0604020202020204" pitchFamily="34" charset="0"/>
                  <a:ea typeface="Arial"/>
                </a:rPr>
                <a:t>Acta1/Acta2/Actg2/Actn3/Adra2a...</a:t>
              </a:r>
            </a:p>
            <a:p>
              <a:pPr>
                <a:lnSpc>
                  <a:spcPct val="150000"/>
                </a:lnSpc>
              </a:pPr>
              <a:r>
                <a:rPr kumimoji="1" lang="zh-CN" altLang="en-US" sz="800" dirty="0">
                  <a:solidFill>
                    <a:srgbClr val="92D050"/>
                  </a:solidFill>
                  <a:latin typeface="Arial" panose="020B0604020202020204" pitchFamily="34" charset="0"/>
                  <a:cs typeface="Arial" panose="020B0604020202020204" pitchFamily="34" charset="0"/>
                  <a:ea typeface="Arial"/>
                </a:rPr>
                <a:t>        </a:t>
              </a:r>
              <a:r>
                <a:rPr kumimoji="1" lang="en" altLang="zh-CN" sz="800" dirty="0">
                  <a:solidFill>
                    <a:srgbClr val="92D050"/>
                  </a:solidFill>
                  <a:latin typeface="Arial" panose="020B0604020202020204" pitchFamily="34" charset="0"/>
                  <a:cs typeface="Arial" panose="020B0604020202020204" pitchFamily="34" charset="0"/>
                  <a:ea typeface="Arial"/>
                </a:rPr>
                <a:t>Acta1/Acta2/Actg2/Actn3/Adra2a...</a:t>
              </a:r>
            </a:p>
            <a:p>
              <a:pPr>
                <a:lnSpc>
                  <a:spcPct val="150000"/>
                </a:lnSpc>
              </a:pPr>
              <a:r>
                <a:rPr kumimoji="1" lang="zh-CN" altLang="en-US" sz="800" dirty="0">
                  <a:solidFill>
                    <a:srgbClr val="92D050"/>
                  </a:solidFill>
                  <a:latin typeface="Arial" panose="020B0604020202020204" pitchFamily="34" charset="0"/>
                  <a:cs typeface="Arial" panose="020B0604020202020204" pitchFamily="34" charset="0"/>
                  <a:ea typeface="Arial"/>
                </a:rPr>
                <a:t>                                 </a:t>
              </a:r>
              <a:r>
                <a:rPr kumimoji="1" lang="en" altLang="zh-CN" sz="800" dirty="0">
                  <a:solidFill>
                    <a:srgbClr val="92D050"/>
                  </a:solidFill>
                  <a:latin typeface="Arial" panose="020B0604020202020204" pitchFamily="34" charset="0"/>
                  <a:cs typeface="Arial" panose="020B0604020202020204" pitchFamily="34" charset="0"/>
                  <a:ea typeface="Arial"/>
                </a:rPr>
                <a:t>Adamts15/Adamts16/Adamts17...</a:t>
              </a:r>
            </a:p>
            <a:p>
              <a:pPr>
                <a:lnSpc>
                  <a:spcPct val="150000"/>
                </a:lnSpc>
              </a:pPr>
              <a:r>
                <a:rPr kumimoji="1" lang="zh-CN" altLang="en-US" sz="800" dirty="0">
                  <a:solidFill>
                    <a:srgbClr val="92D050"/>
                  </a:solidFill>
                  <a:latin typeface="Arial" panose="020B0604020202020204" pitchFamily="34" charset="0"/>
                  <a:cs typeface="Arial" panose="020B0604020202020204" pitchFamily="34" charset="0"/>
                  <a:ea typeface="Arial"/>
                </a:rPr>
                <a:t>                                                  </a:t>
              </a:r>
              <a:r>
                <a:rPr kumimoji="1" lang="en" altLang="zh-CN" sz="800" dirty="0">
                  <a:solidFill>
                    <a:srgbClr val="92D050"/>
                  </a:solidFill>
                  <a:latin typeface="Arial" panose="020B0604020202020204" pitchFamily="34" charset="0"/>
                  <a:cs typeface="Arial" panose="020B0604020202020204" pitchFamily="34" charset="0"/>
                  <a:ea typeface="Arial"/>
                </a:rPr>
                <a:t>Adamts15/Adamts16...</a:t>
              </a:r>
            </a:p>
            <a:p>
              <a:pPr>
                <a:lnSpc>
                  <a:spcPct val="150000"/>
                </a:lnSpc>
              </a:pPr>
              <a:r>
                <a:rPr kumimoji="1" lang="zh-CN" altLang="en-US" sz="800" dirty="0">
                  <a:solidFill>
                    <a:srgbClr val="92D050"/>
                  </a:solidFill>
                  <a:latin typeface="Arial" panose="020B0604020202020204" pitchFamily="34" charset="0"/>
                  <a:cs typeface="Arial" panose="020B0604020202020204" pitchFamily="34" charset="0"/>
                  <a:ea typeface="Arial"/>
                </a:rPr>
                <a:t>                               </a:t>
              </a:r>
              <a:r>
                <a:rPr kumimoji="1" lang="en" altLang="zh-CN" sz="800" dirty="0">
                  <a:solidFill>
                    <a:srgbClr val="92D050"/>
                  </a:solidFill>
                  <a:latin typeface="Arial" panose="020B0604020202020204" pitchFamily="34" charset="0"/>
                  <a:cs typeface="Arial" panose="020B0604020202020204" pitchFamily="34" charset="0"/>
                  <a:ea typeface="Arial"/>
                </a:rPr>
                <a:t>Adamts15/Adamts16/Adamts17...</a:t>
              </a:r>
            </a:p>
            <a:p>
              <a:pPr>
                <a:lnSpc>
                  <a:spcPct val="150000"/>
                </a:lnSpc>
              </a:pPr>
              <a:r>
                <a:rPr kumimoji="1" lang="zh-CN" altLang="en-US" sz="800" dirty="0">
                  <a:solidFill>
                    <a:srgbClr val="FFC000"/>
                  </a:solidFill>
                  <a:latin typeface="Arial" panose="020B0604020202020204" pitchFamily="34" charset="0"/>
                  <a:cs typeface="Arial" panose="020B0604020202020204" pitchFamily="34" charset="0"/>
                  <a:ea typeface="Arial"/>
                </a:rPr>
                <a:t>    </a:t>
              </a:r>
              <a:r>
                <a:rPr kumimoji="1" lang="en" altLang="zh-CN" sz="800" dirty="0">
                  <a:solidFill>
                    <a:srgbClr val="FFC000"/>
                  </a:solidFill>
                  <a:latin typeface="Arial" panose="020B0604020202020204" pitchFamily="34" charset="0"/>
                  <a:cs typeface="Arial" panose="020B0604020202020204" pitchFamily="34" charset="0"/>
                  <a:ea typeface="Arial"/>
                </a:rPr>
                <a:t>Acta1/Acta2/Actg2/Actn1/Actn3...</a:t>
              </a:r>
            </a:p>
            <a:p>
              <a:pPr>
                <a:lnSpc>
                  <a:spcPct val="150000"/>
                </a:lnSpc>
              </a:pPr>
              <a:r>
                <a:rPr kumimoji="1" lang="zh-CN" altLang="en-US" sz="800" dirty="0">
                  <a:solidFill>
                    <a:srgbClr val="FFC000"/>
                  </a:solidFill>
                  <a:latin typeface="Arial" panose="020B0604020202020204" pitchFamily="34" charset="0"/>
                  <a:cs typeface="Arial" panose="020B0604020202020204" pitchFamily="34" charset="0"/>
                  <a:ea typeface="Arial"/>
                </a:rPr>
                <a:t>  </a:t>
              </a:r>
              <a:r>
                <a:rPr kumimoji="1" lang="en" altLang="zh-CN" sz="800" dirty="0" err="1">
                  <a:solidFill>
                    <a:srgbClr val="FFC000"/>
                  </a:solidFill>
                  <a:latin typeface="Arial" panose="020B0604020202020204" pitchFamily="34" charset="0"/>
                  <a:cs typeface="Arial" panose="020B0604020202020204" pitchFamily="34" charset="0"/>
                  <a:ea typeface="Arial"/>
                </a:rPr>
                <a:t>Adipoq</a:t>
              </a:r>
              <a:r>
                <a:rPr kumimoji="1" lang="en" altLang="zh-CN" sz="800" dirty="0">
                  <a:solidFill>
                    <a:srgbClr val="FFC000"/>
                  </a:solidFill>
                  <a:latin typeface="Arial" panose="020B0604020202020204" pitchFamily="34" charset="0"/>
                  <a:cs typeface="Arial" panose="020B0604020202020204" pitchFamily="34" charset="0"/>
                  <a:ea typeface="Arial"/>
                </a:rPr>
                <a:t>/C1qtnf5/Col11a1/Col11a2/Col12a1...</a:t>
              </a:r>
            </a:p>
            <a:p>
              <a:pPr>
                <a:lnSpc>
                  <a:spcPct val="150000"/>
                </a:lnSpc>
              </a:pPr>
              <a:r>
                <a:rPr kumimoji="1" lang="zh-CN" altLang="en-US" sz="800" dirty="0">
                  <a:solidFill>
                    <a:srgbClr val="FFC000"/>
                  </a:solidFill>
                  <a:latin typeface="Arial" panose="020B0604020202020204" pitchFamily="34" charset="0"/>
                  <a:cs typeface="Arial" panose="020B0604020202020204" pitchFamily="34" charset="0"/>
                  <a:ea typeface="Arial"/>
                </a:rPr>
                <a:t>                                 </a:t>
              </a:r>
              <a:r>
                <a:rPr kumimoji="1" lang="en" altLang="zh-CN" sz="800" dirty="0">
                  <a:solidFill>
                    <a:srgbClr val="FFC000"/>
                  </a:solidFill>
                  <a:latin typeface="Arial" panose="020B0604020202020204" pitchFamily="34" charset="0"/>
                  <a:cs typeface="Arial" panose="020B0604020202020204" pitchFamily="34" charset="0"/>
                  <a:ea typeface="Arial"/>
                </a:rPr>
                <a:t>Abcb1b/Abcg2/Ace/Ackr2/</a:t>
              </a:r>
              <a:r>
                <a:rPr kumimoji="1" lang="en" altLang="zh-CN" sz="800" dirty="0" err="1">
                  <a:solidFill>
                    <a:srgbClr val="FFC000"/>
                  </a:solidFill>
                  <a:latin typeface="Arial" panose="020B0604020202020204" pitchFamily="34" charset="0"/>
                  <a:cs typeface="Arial" panose="020B0604020202020204" pitchFamily="34" charset="0"/>
                  <a:ea typeface="Arial"/>
                </a:rPr>
                <a:t>Anpep</a:t>
              </a:r>
              <a:r>
                <a:rPr kumimoji="1" lang="en" altLang="zh-CN" sz="800" dirty="0">
                  <a:solidFill>
                    <a:srgbClr val="FFC000"/>
                  </a:solidFill>
                  <a:latin typeface="Arial" panose="020B0604020202020204" pitchFamily="34" charset="0"/>
                  <a:cs typeface="Arial" panose="020B0604020202020204" pitchFamily="34" charset="0"/>
                  <a:ea typeface="Arial"/>
                </a:rPr>
                <a:t>...</a:t>
              </a:r>
            </a:p>
            <a:p>
              <a:pPr>
                <a:lnSpc>
                  <a:spcPct val="150000"/>
                </a:lnSpc>
              </a:pPr>
              <a:r>
                <a:rPr kumimoji="1" lang="zh-CN" altLang="en-US" sz="800" dirty="0">
                  <a:solidFill>
                    <a:srgbClr val="FFC000"/>
                  </a:solidFill>
                  <a:latin typeface="Arial" panose="020B0604020202020204" pitchFamily="34" charset="0"/>
                  <a:cs typeface="Arial" panose="020B0604020202020204" pitchFamily="34" charset="0"/>
                  <a:ea typeface="Arial"/>
                </a:rPr>
                <a:t>                                         </a:t>
              </a:r>
              <a:r>
                <a:rPr kumimoji="1" lang="en" altLang="zh-CN" sz="800" dirty="0">
                  <a:solidFill>
                    <a:srgbClr val="FFC000"/>
                  </a:solidFill>
                  <a:latin typeface="Arial" panose="020B0604020202020204" pitchFamily="34" charset="0"/>
                  <a:cs typeface="Arial" panose="020B0604020202020204" pitchFamily="34" charset="0"/>
                  <a:ea typeface="Arial"/>
                </a:rPr>
                <a:t>Acta2/Adamts10/Adamts15...</a:t>
              </a:r>
            </a:p>
            <a:p>
              <a:pPr>
                <a:lnSpc>
                  <a:spcPct val="150000"/>
                </a:lnSpc>
              </a:pPr>
              <a:r>
                <a:rPr kumimoji="1" lang="zh-CN" altLang="en-US" sz="800" dirty="0">
                  <a:solidFill>
                    <a:srgbClr val="FFC000"/>
                  </a:solidFill>
                  <a:latin typeface="Arial" panose="020B0604020202020204" pitchFamily="34" charset="0"/>
                  <a:cs typeface="Arial" panose="020B0604020202020204" pitchFamily="34" charset="0"/>
                  <a:ea typeface="Arial"/>
                </a:rPr>
                <a:t>        </a:t>
              </a:r>
              <a:r>
                <a:rPr kumimoji="1" lang="en" altLang="zh-CN" sz="800" dirty="0">
                  <a:solidFill>
                    <a:srgbClr val="FFC000"/>
                  </a:solidFill>
                  <a:latin typeface="Arial" panose="020B0604020202020204" pitchFamily="34" charset="0"/>
                  <a:cs typeface="Arial" panose="020B0604020202020204" pitchFamily="34" charset="0"/>
                  <a:ea typeface="Arial"/>
                </a:rPr>
                <a:t>Acta2/Adamts10/Adamts15/Adamts16/Adamts17...</a:t>
              </a:r>
            </a:p>
            <a:p>
              <a:pPr>
                <a:lnSpc>
                  <a:spcPct val="150000"/>
                </a:lnSpc>
              </a:pPr>
              <a:r>
                <a:rPr kumimoji="1" lang="zh-CN" altLang="en-US" sz="800" dirty="0">
                  <a:solidFill>
                    <a:srgbClr val="FFC000"/>
                  </a:solidFill>
                  <a:latin typeface="Arial" panose="020B0604020202020204" pitchFamily="34" charset="0"/>
                  <a:cs typeface="Arial" panose="020B0604020202020204" pitchFamily="34" charset="0"/>
                  <a:ea typeface="Arial"/>
                </a:rPr>
                <a:t>                              </a:t>
              </a:r>
              <a:r>
                <a:rPr kumimoji="1" lang="en" altLang="zh-CN" sz="800" dirty="0">
                  <a:solidFill>
                    <a:srgbClr val="FFC000"/>
                  </a:solidFill>
                  <a:latin typeface="Arial" panose="020B0604020202020204" pitchFamily="34" charset="0"/>
                  <a:cs typeface="Arial" panose="020B0604020202020204" pitchFamily="34" charset="0"/>
                  <a:ea typeface="Arial"/>
                </a:rPr>
                <a:t>Acta2/Adamts10/Adamts15/Adamts16...</a:t>
              </a:r>
            </a:p>
            <a:p>
              <a:pPr>
                <a:lnSpc>
                  <a:spcPct val="150000"/>
                </a:lnSpc>
              </a:pPr>
              <a:r>
                <a:rPr kumimoji="1" lang="zh-CN" altLang="en-US" sz="800" dirty="0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  <a:ea typeface="Arial"/>
                </a:rPr>
                <a:t>                                                     </a:t>
              </a:r>
              <a:r>
                <a:rPr kumimoji="1" lang="en" altLang="zh-CN" sz="800" dirty="0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  <a:ea typeface="Arial"/>
                </a:rPr>
                <a:t>Col11a1/Col11a2...</a:t>
              </a:r>
            </a:p>
            <a:p>
              <a:pPr>
                <a:lnSpc>
                  <a:spcPct val="150000"/>
                </a:lnSpc>
              </a:pPr>
              <a:r>
                <a:rPr kumimoji="1" lang="zh-CN" altLang="en-US" sz="800" dirty="0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  <a:ea typeface="Arial"/>
                </a:rPr>
                <a:t>             </a:t>
              </a:r>
              <a:r>
                <a:rPr kumimoji="1" lang="en" altLang="zh-CN" sz="800" dirty="0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  <a:ea typeface="Arial"/>
                </a:rPr>
                <a:t>Asgr2/</a:t>
              </a:r>
              <a:r>
                <a:rPr kumimoji="1" lang="en" altLang="zh-CN" sz="800" dirty="0" err="1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  <a:ea typeface="Arial"/>
                </a:rPr>
                <a:t>Bcan</a:t>
              </a:r>
              <a:r>
                <a:rPr kumimoji="1" lang="en" altLang="zh-CN" sz="800" dirty="0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  <a:ea typeface="Arial"/>
                </a:rPr>
                <a:t>/C4b/Cd33/</a:t>
              </a:r>
              <a:r>
                <a:rPr kumimoji="1" lang="en" altLang="zh-CN" sz="800" dirty="0" err="1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  <a:ea typeface="Arial"/>
                </a:rPr>
                <a:t>Cemip</a:t>
              </a:r>
              <a:r>
                <a:rPr kumimoji="1" lang="en" altLang="zh-CN" sz="800" dirty="0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  <a:ea typeface="Arial"/>
                </a:rPr>
                <a:t>...</a:t>
              </a:r>
            </a:p>
            <a:p>
              <a:pPr>
                <a:lnSpc>
                  <a:spcPct val="150000"/>
                </a:lnSpc>
              </a:pPr>
              <a:r>
                <a:rPr kumimoji="1" lang="zh-CN" altLang="en-US" sz="800" dirty="0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  <a:ea typeface="Arial"/>
                </a:rPr>
                <a:t>   </a:t>
              </a:r>
              <a:r>
                <a:rPr kumimoji="1" lang="en" altLang="zh-CN" sz="800" dirty="0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  <a:ea typeface="Arial"/>
                </a:rPr>
                <a:t>Actn1/Ccn2/Ccn3/Ccn4/Ccn5...</a:t>
              </a:r>
            </a:p>
            <a:p>
              <a:pPr>
                <a:lnSpc>
                  <a:spcPct val="150000"/>
                </a:lnSpc>
              </a:pPr>
              <a:r>
                <a:rPr kumimoji="1" lang="zh-CN" altLang="en-US" sz="800" dirty="0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  <a:ea typeface="Arial"/>
                </a:rPr>
                <a:t>                  </a:t>
              </a:r>
              <a:r>
                <a:rPr kumimoji="1" lang="en" altLang="zh-CN" sz="800" dirty="0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  <a:ea typeface="Arial"/>
                </a:rPr>
                <a:t>Adamts15/</a:t>
              </a:r>
              <a:r>
                <a:rPr kumimoji="1" lang="en" altLang="zh-CN" sz="800" dirty="0" err="1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  <a:ea typeface="Arial"/>
                </a:rPr>
                <a:t>Alk</a:t>
              </a:r>
              <a:r>
                <a:rPr kumimoji="1" lang="en" altLang="zh-CN" sz="800" dirty="0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  <a:ea typeface="Arial"/>
                </a:rPr>
                <a:t>/Aplp1/</a:t>
              </a:r>
              <a:r>
                <a:rPr kumimoji="1" lang="en" altLang="zh-CN" sz="800" dirty="0" err="1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  <a:ea typeface="Arial"/>
                </a:rPr>
                <a:t>Apoe</a:t>
              </a:r>
              <a:r>
                <a:rPr kumimoji="1" lang="en" altLang="zh-CN" sz="800" dirty="0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  <a:ea typeface="Arial"/>
                </a:rPr>
                <a:t>/Atp1a3...</a:t>
              </a:r>
            </a:p>
            <a:p>
              <a:pPr>
                <a:lnSpc>
                  <a:spcPct val="150000"/>
                </a:lnSpc>
              </a:pPr>
              <a:r>
                <a:rPr kumimoji="1" lang="zh-CN" altLang="en-US" sz="800" dirty="0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  <a:ea typeface="Arial"/>
                </a:rPr>
                <a:t>    </a:t>
              </a:r>
              <a:r>
                <a:rPr kumimoji="1" lang="en" altLang="zh-CN" sz="800" dirty="0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  <a:ea typeface="Arial"/>
                </a:rPr>
                <a:t>Adamts15/</a:t>
              </a:r>
              <a:r>
                <a:rPr kumimoji="1" lang="en" altLang="zh-CN" sz="800" dirty="0" err="1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  <a:ea typeface="Arial"/>
                </a:rPr>
                <a:t>Alk</a:t>
              </a:r>
              <a:r>
                <a:rPr kumimoji="1" lang="en" altLang="zh-CN" sz="800" dirty="0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  <a:ea typeface="Arial"/>
                </a:rPr>
                <a:t>/Aplp1/</a:t>
              </a:r>
              <a:r>
                <a:rPr kumimoji="1" lang="en" altLang="zh-CN" sz="800" dirty="0" err="1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  <a:ea typeface="Arial"/>
                </a:rPr>
                <a:t>Apoe</a:t>
              </a:r>
              <a:r>
                <a:rPr kumimoji="1" lang="en" altLang="zh-CN" sz="800" dirty="0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  <a:ea typeface="Arial"/>
                </a:rPr>
                <a:t>/Ccl2...</a:t>
              </a:r>
            </a:p>
            <a:p>
              <a:pPr>
                <a:lnSpc>
                  <a:spcPct val="150000"/>
                </a:lnSpc>
              </a:pPr>
              <a:r>
                <a:rPr kumimoji="1" lang="zh-CN" altLang="en-US" sz="800" dirty="0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  <a:ea typeface="Arial"/>
                </a:rPr>
                <a:t>                       </a:t>
              </a:r>
              <a:r>
                <a:rPr kumimoji="1" lang="en" altLang="zh-CN" sz="800" dirty="0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  <a:ea typeface="Arial"/>
                </a:rPr>
                <a:t>Adamts15/</a:t>
              </a:r>
              <a:r>
                <a:rPr kumimoji="1" lang="en" altLang="zh-CN" sz="800" dirty="0" err="1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  <a:ea typeface="Arial"/>
                </a:rPr>
                <a:t>Alk</a:t>
              </a:r>
              <a:r>
                <a:rPr kumimoji="1" lang="en" altLang="zh-CN" sz="800" dirty="0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  <a:ea typeface="Arial"/>
                </a:rPr>
                <a:t>/Aplp1/</a:t>
              </a:r>
              <a:r>
                <a:rPr kumimoji="1" lang="en" altLang="zh-CN" sz="800" dirty="0" err="1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  <a:ea typeface="Arial"/>
                </a:rPr>
                <a:t>Apoe</a:t>
              </a:r>
              <a:r>
                <a:rPr kumimoji="1" lang="en" altLang="zh-CN" sz="800" dirty="0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  <a:ea typeface="Arial"/>
                </a:rPr>
                <a:t>/</a:t>
              </a:r>
              <a:r>
                <a:rPr kumimoji="1" lang="en" altLang="zh-CN" sz="800" dirty="0" err="1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  <a:ea typeface="Arial"/>
                </a:rPr>
                <a:t>Bcan</a:t>
              </a:r>
              <a:r>
                <a:rPr kumimoji="1" lang="en" altLang="zh-CN" sz="800" dirty="0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  <a:ea typeface="Arial"/>
                </a:rPr>
                <a:t>...</a:t>
              </a:r>
              <a:endParaRPr kumimoji="1" lang="zh-CN" altLang="en-US" sz="8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  <a:ea typeface="Arial"/>
              </a:endParaRPr>
            </a:p>
          </p:txBody>
        </p:sp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F7F7A438-2118-8E46-7D81-0D122FEFC6E8}"/>
                </a:ext>
              </a:extLst>
            </p:cNvPr>
            <p:cNvGrpSpPr/>
            <p:nvPr/>
          </p:nvGrpSpPr>
          <p:grpSpPr>
            <a:xfrm>
              <a:off x="480837" y="3479088"/>
              <a:ext cx="349207" cy="3335405"/>
              <a:chOff x="394712" y="3556580"/>
              <a:chExt cx="336951" cy="2187505"/>
            </a:xfrm>
          </p:grpSpPr>
          <p:sp>
            <p:nvSpPr>
              <p:cNvPr id="19" name="圆角矩形 18">
                <a:extLst>
                  <a:ext uri="{FF2B5EF4-FFF2-40B4-BE49-F238E27FC236}">
                    <a16:creationId xmlns:a16="http://schemas.microsoft.com/office/drawing/2014/main" id="{30D81E0E-393A-B078-113B-F16654972D65}"/>
                  </a:ext>
                </a:extLst>
              </p:cNvPr>
              <p:cNvSpPr/>
              <p:nvPr/>
            </p:nvSpPr>
            <p:spPr>
              <a:xfrm>
                <a:off x="493858" y="3556580"/>
                <a:ext cx="133853" cy="685800"/>
              </a:xfrm>
              <a:prstGeom prst="roundRect">
                <a:avLst/>
              </a:prstGeom>
              <a:solidFill>
                <a:srgbClr val="6DA64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ea typeface="Arial"/>
                </a:endParaRPr>
              </a:p>
            </p:txBody>
          </p:sp>
          <p:sp>
            <p:nvSpPr>
              <p:cNvPr id="30" name="圆角矩形 29">
                <a:extLst>
                  <a:ext uri="{FF2B5EF4-FFF2-40B4-BE49-F238E27FC236}">
                    <a16:creationId xmlns:a16="http://schemas.microsoft.com/office/drawing/2014/main" id="{9F50E3A2-A303-EE3E-E637-F06C3D2630B3}"/>
                  </a:ext>
                </a:extLst>
              </p:cNvPr>
              <p:cNvSpPr/>
              <p:nvPr/>
            </p:nvSpPr>
            <p:spPr>
              <a:xfrm>
                <a:off x="493857" y="4309754"/>
                <a:ext cx="133855" cy="685800"/>
              </a:xfrm>
              <a:prstGeom prst="roundRect">
                <a:avLst/>
              </a:prstGeom>
              <a:solidFill>
                <a:srgbClr val="E3783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latin typeface="Arial"/>
                  <a:ea typeface="Arial"/>
                  <a:cs typeface="Arial"/>
                </a:endParaRPr>
              </a:p>
            </p:txBody>
          </p:sp>
          <p:sp>
            <p:nvSpPr>
              <p:cNvPr id="31" name="圆角矩形 30">
                <a:extLst>
                  <a:ext uri="{FF2B5EF4-FFF2-40B4-BE49-F238E27FC236}">
                    <a16:creationId xmlns:a16="http://schemas.microsoft.com/office/drawing/2014/main" id="{47FBE9E3-0AE4-1643-2B60-A2251B5C5201}"/>
                  </a:ext>
                </a:extLst>
              </p:cNvPr>
              <p:cNvSpPr/>
              <p:nvPr/>
            </p:nvSpPr>
            <p:spPr>
              <a:xfrm>
                <a:off x="493856" y="5058285"/>
                <a:ext cx="133855" cy="685800"/>
              </a:xfrm>
              <a:prstGeom prst="roundRect">
                <a:avLst/>
              </a:prstGeom>
              <a:solidFill>
                <a:srgbClr val="5593C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latin typeface="Arial"/>
                  <a:ea typeface="Arial"/>
                  <a:cs typeface="Arial"/>
                </a:endParaRPr>
              </a:p>
            </p:txBody>
          </p:sp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C71B98C5-5A31-DA78-8E07-73B2A9C4EE4E}"/>
                  </a:ext>
                </a:extLst>
              </p:cNvPr>
              <p:cNvSpPr txBox="1"/>
              <p:nvPr/>
            </p:nvSpPr>
            <p:spPr>
              <a:xfrm>
                <a:off x="399521" y="3794080"/>
                <a:ext cx="322524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800" dirty="0">
                    <a:latin typeface="Arial" panose="020B0604020202020204" pitchFamily="34" charset="0"/>
                    <a:cs typeface="Arial" panose="020B0604020202020204" pitchFamily="34" charset="0"/>
                    <a:ea typeface="Arial"/>
                  </a:rPr>
                  <a:t>BP</a:t>
                </a:r>
                <a:endParaRPr kumimoji="1" lang="zh-CN" altLang="en-US" sz="800" dirty="0">
                  <a:latin typeface="Arial" panose="020B0604020202020204" pitchFamily="34" charset="0"/>
                  <a:cs typeface="Arial" panose="020B0604020202020204" pitchFamily="34" charset="0"/>
                  <a:ea typeface="Arial"/>
                </a:endParaRPr>
              </a:p>
            </p:txBody>
          </p:sp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E75D6C0E-E299-58C9-0139-D4237B6E9D94}"/>
                  </a:ext>
                </a:extLst>
              </p:cNvPr>
              <p:cNvSpPr txBox="1"/>
              <p:nvPr/>
            </p:nvSpPr>
            <p:spPr>
              <a:xfrm>
                <a:off x="399521" y="4551316"/>
                <a:ext cx="332142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800" dirty="0">
                    <a:latin typeface="Arial" panose="020B0604020202020204" pitchFamily="34" charset="0"/>
                    <a:cs typeface="Arial" panose="020B0604020202020204" pitchFamily="34" charset="0"/>
                    <a:ea typeface="Arial"/>
                  </a:rPr>
                  <a:t>CC</a:t>
                </a:r>
                <a:endParaRPr kumimoji="1" lang="zh-CN" altLang="en-US" sz="800" dirty="0">
                  <a:latin typeface="Arial" panose="020B0604020202020204" pitchFamily="34" charset="0"/>
                  <a:cs typeface="Arial" panose="020B0604020202020204" pitchFamily="34" charset="0"/>
                  <a:ea typeface="Arial"/>
                </a:endParaRPr>
              </a:p>
            </p:txBody>
          </p:sp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9AF12A5F-72D9-19D4-2248-0AAD74EBBE61}"/>
                  </a:ext>
                </a:extLst>
              </p:cNvPr>
              <p:cNvSpPr txBox="1"/>
              <p:nvPr/>
            </p:nvSpPr>
            <p:spPr>
              <a:xfrm>
                <a:off x="394712" y="5284736"/>
                <a:ext cx="332142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800" dirty="0">
                    <a:latin typeface="Arial" panose="020B0604020202020204" pitchFamily="34" charset="0"/>
                    <a:cs typeface="Arial" panose="020B0604020202020204" pitchFamily="34" charset="0"/>
                    <a:ea typeface="Arial"/>
                  </a:rPr>
                  <a:t>MF</a:t>
                </a:r>
                <a:endParaRPr kumimoji="1" lang="zh-CN" altLang="en-US" sz="800" dirty="0">
                  <a:latin typeface="Arial" panose="020B0604020202020204" pitchFamily="34" charset="0"/>
                  <a:cs typeface="Arial" panose="020B0604020202020204" pitchFamily="34" charset="0"/>
                  <a:ea typeface="Arial"/>
                </a:endParaRPr>
              </a:p>
            </p:txBody>
          </p:sp>
        </p:grpSp>
      </p:grpSp>
      <p:pic>
        <p:nvPicPr>
          <p:cNvPr id="36" name="图片 35">
            <a:extLst>
              <a:ext uri="{FF2B5EF4-FFF2-40B4-BE49-F238E27FC236}">
                <a16:creationId xmlns:a16="http://schemas.microsoft.com/office/drawing/2014/main" id="{231192CF-AA51-F18A-CC75-C2C2CB34E99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ns4:svgBlip xmlns:ns4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97285" y="7314398"/>
            <a:ext cx="3893855" cy="3115084"/>
          </a:xfrm>
          <a:prstGeom prst="rect">
            <a:avLst/>
          </a:prstGeom>
        </p:spPr>
      </p:pic>
      <p:grpSp>
        <p:nvGrpSpPr>
          <p:cNvPr id="157" name="Editable text for image5"/>
          <p:cNvGrpSpPr/>
          <p:nvPr/>
        </p:nvGrpSpPr>
        <p:grpSpPr>
          <a:xfrm>
            <a:off x="197285" y="7314398"/>
            <a:ext cx="3893855" cy="3115084"/>
            <a:chOff x="0" y="0"/>
            <a:chExt cx="720000" cy="576000"/>
          </a:xfrm>
        </p:grpSpPr>
        <p:sp>
          <p:nvSpPr>
            <p:cNvPr id="158" name="Editable text 1: Cellular Processes"/>
            <p:cNvSpPr/>
            <p:nvPr/>
          </p:nvSpPr>
          <p:spPr>
            <a:xfrm rot="5400000">
              <a:off x="503996" y="57306"/>
              <a:ext cx="100020" cy="164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511" b="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Cellular Processes</a:t>
              </a:r>
              <a:endParaRPr lang="en-US" sz="511">
                <a:latin typeface="Arial"/>
                <a:ea typeface="Arial"/>
                <a:cs typeface="Arial"/>
              </a:endParaRPr>
            </a:p>
          </p:txBody>
        </p:sp>
        <p:sp>
          <p:nvSpPr>
            <p:cNvPr id="159" name="Editable text 2: EIP"/>
            <p:cNvSpPr/>
            <p:nvPr/>
          </p:nvSpPr>
          <p:spPr>
            <a:xfrm rot="5400000">
              <a:off x="544334" y="182908"/>
              <a:ext cx="19344" cy="164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511" b="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EIP</a:t>
              </a:r>
              <a:endParaRPr lang="en-US" sz="511">
                <a:latin typeface="Arial"/>
                <a:ea typeface="Arial"/>
                <a:cs typeface="Arial"/>
              </a:endParaRPr>
            </a:p>
          </p:txBody>
        </p:sp>
        <p:sp>
          <p:nvSpPr>
            <p:cNvPr id="160" name="Editable text 3: Human Diseases"/>
            <p:cNvSpPr/>
            <p:nvPr/>
          </p:nvSpPr>
          <p:spPr>
            <a:xfrm rot="5400000">
              <a:off x="508328" y="308524"/>
              <a:ext cx="91356" cy="164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511" b="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Human Diseases</a:t>
              </a:r>
              <a:endParaRPr lang="en-US" sz="511">
                <a:latin typeface="Arial"/>
                <a:ea typeface="Arial"/>
                <a:cs typeface="Arial"/>
              </a:endParaRPr>
            </a:p>
          </p:txBody>
        </p:sp>
        <p:sp>
          <p:nvSpPr>
            <p:cNvPr id="161" name="Editable text 4: M"/>
            <p:cNvSpPr/>
            <p:nvPr/>
          </p:nvSpPr>
          <p:spPr>
            <a:xfrm rot="5400000">
              <a:off x="545906" y="387934"/>
              <a:ext cx="16200" cy="164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511" b="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M</a:t>
              </a:r>
              <a:endParaRPr lang="en-US" sz="511">
                <a:latin typeface="Arial"/>
                <a:ea typeface="Arial"/>
                <a:cs typeface="Arial"/>
              </a:endParaRPr>
            </a:p>
          </p:txBody>
        </p:sp>
        <p:sp>
          <p:nvSpPr>
            <p:cNvPr id="162" name="Editable text 5: Organismal Systems"/>
            <p:cNvSpPr/>
            <p:nvPr/>
          </p:nvSpPr>
          <p:spPr>
            <a:xfrm rot="5400000">
              <a:off x="498662" y="467340"/>
              <a:ext cx="110688" cy="164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511" b="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Organismal Systems</a:t>
              </a:r>
              <a:endParaRPr lang="en-US" sz="511">
                <a:latin typeface="Arial"/>
                <a:ea typeface="Arial"/>
                <a:cs typeface="Arial"/>
              </a:endParaRPr>
            </a:p>
          </p:txBody>
        </p:sp>
        <p:sp>
          <p:nvSpPr>
            <p:cNvPr id="163" name="Editable text 6: 2"/>
            <p:cNvSpPr/>
            <p:nvPr/>
          </p:nvSpPr>
          <p:spPr>
            <a:xfrm>
              <a:off x="334034" y="534150"/>
              <a:ext cx="21600" cy="247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767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</a:t>
              </a:r>
              <a:endParaRPr lang="en-US" sz="767">
                <a:latin typeface="Arial"/>
                <a:ea typeface="Arial"/>
                <a:cs typeface="Arial"/>
              </a:endParaRPr>
            </a:p>
          </p:txBody>
        </p:sp>
        <p:sp>
          <p:nvSpPr>
            <p:cNvPr id="164" name="Editable text 7: 3"/>
            <p:cNvSpPr/>
            <p:nvPr/>
          </p:nvSpPr>
          <p:spPr>
            <a:xfrm>
              <a:off x="380134" y="534150"/>
              <a:ext cx="21600" cy="247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767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3</a:t>
              </a:r>
              <a:endParaRPr lang="en-US" sz="767">
                <a:latin typeface="Arial"/>
                <a:ea typeface="Arial"/>
                <a:cs typeface="Arial"/>
              </a:endParaRPr>
            </a:p>
          </p:txBody>
        </p:sp>
        <p:sp>
          <p:nvSpPr>
            <p:cNvPr id="165" name="Editable text 8: 4"/>
            <p:cNvSpPr/>
            <p:nvPr/>
          </p:nvSpPr>
          <p:spPr>
            <a:xfrm>
              <a:off x="426244" y="534150"/>
              <a:ext cx="21600" cy="247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767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4</a:t>
              </a:r>
              <a:endParaRPr lang="en-US" sz="767">
                <a:latin typeface="Arial"/>
                <a:ea typeface="Arial"/>
                <a:cs typeface="Arial"/>
              </a:endParaRPr>
            </a:p>
          </p:txBody>
        </p:sp>
        <p:sp>
          <p:nvSpPr>
            <p:cNvPr id="166" name="Editable text 9: 5"/>
            <p:cNvSpPr/>
            <p:nvPr/>
          </p:nvSpPr>
          <p:spPr>
            <a:xfrm>
              <a:off x="472354" y="534150"/>
              <a:ext cx="21600" cy="247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767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5</a:t>
              </a:r>
              <a:endParaRPr lang="en-US" sz="767">
                <a:latin typeface="Arial"/>
                <a:ea typeface="Arial"/>
                <a:cs typeface="Arial"/>
              </a:endParaRPr>
            </a:p>
          </p:txBody>
        </p:sp>
        <p:sp>
          <p:nvSpPr>
            <p:cNvPr id="167" name="Editable text 10: 6"/>
            <p:cNvSpPr/>
            <p:nvPr/>
          </p:nvSpPr>
          <p:spPr>
            <a:xfrm>
              <a:off x="518454" y="534150"/>
              <a:ext cx="21600" cy="247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767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6</a:t>
              </a:r>
              <a:endParaRPr lang="en-US" sz="767">
                <a:latin typeface="Arial"/>
                <a:ea typeface="Arial"/>
                <a:cs typeface="Arial"/>
              </a:endParaRPr>
            </a:p>
          </p:txBody>
        </p:sp>
        <p:sp>
          <p:nvSpPr>
            <p:cNvPr id="168" name="Editable text 11: Cellular senescence"/>
            <p:cNvSpPr/>
            <p:nvPr/>
          </p:nvSpPr>
          <p:spPr>
            <a:xfrm>
              <a:off x="171213" y="98860"/>
              <a:ext cx="162889" cy="247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767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Cellular senescence</a:t>
              </a:r>
              <a:endParaRPr lang="en-US" sz="767">
                <a:latin typeface="Arial"/>
                <a:ea typeface="Arial"/>
                <a:cs typeface="Arial"/>
              </a:endParaRPr>
            </a:p>
          </p:txBody>
        </p:sp>
        <p:sp>
          <p:nvSpPr>
            <p:cNvPr id="169" name="Editable text 12: Phagocytosis"/>
            <p:cNvSpPr/>
            <p:nvPr/>
          </p:nvSpPr>
          <p:spPr>
            <a:xfrm>
              <a:off x="226233" y="75760"/>
              <a:ext cx="107860" cy="247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767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Phagocytosis</a:t>
              </a:r>
              <a:endParaRPr lang="en-US" sz="767">
                <a:latin typeface="Arial"/>
                <a:ea typeface="Arial"/>
                <a:cs typeface="Arial"/>
              </a:endParaRPr>
            </a:p>
          </p:txBody>
        </p:sp>
        <p:sp>
          <p:nvSpPr>
            <p:cNvPr id="170" name="Editable text 13: Focal adhesion"/>
            <p:cNvSpPr/>
            <p:nvPr/>
          </p:nvSpPr>
          <p:spPr>
            <a:xfrm>
              <a:off x="211479" y="52660"/>
              <a:ext cx="122881" cy="247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767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Focal adhesion</a:t>
              </a:r>
              <a:endParaRPr lang="en-US" sz="767">
                <a:latin typeface="Arial"/>
                <a:ea typeface="Arial"/>
                <a:cs typeface="Arial"/>
              </a:endParaRPr>
            </a:p>
          </p:txBody>
        </p:sp>
        <p:sp>
          <p:nvSpPr>
            <p:cNvPr id="171" name="Editable text 14: Motor proteins"/>
            <p:cNvSpPr/>
            <p:nvPr/>
          </p:nvSpPr>
          <p:spPr>
            <a:xfrm>
              <a:off x="218234" y="29560"/>
              <a:ext cx="115850" cy="247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767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Motor proteins</a:t>
              </a:r>
              <a:endParaRPr lang="en-US" sz="767">
                <a:latin typeface="Arial"/>
                <a:ea typeface="Arial"/>
                <a:cs typeface="Arial"/>
              </a:endParaRPr>
            </a:p>
          </p:txBody>
        </p:sp>
        <p:sp>
          <p:nvSpPr>
            <p:cNvPr id="172" name="Editable text 15: Cytoskeleton in muscle cells"/>
            <p:cNvSpPr/>
            <p:nvPr/>
          </p:nvSpPr>
          <p:spPr>
            <a:xfrm>
              <a:off x="107476" y="6450"/>
              <a:ext cx="226891" cy="247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767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Cytoskeleton in muscle cells</a:t>
              </a:r>
              <a:endParaRPr lang="en-US" sz="767">
                <a:latin typeface="Arial"/>
                <a:ea typeface="Arial"/>
                <a:cs typeface="Arial"/>
              </a:endParaRPr>
            </a:p>
          </p:txBody>
        </p:sp>
        <p:sp>
          <p:nvSpPr>
            <p:cNvPr id="173" name="Editable text 16: PI3K−Akt signaling pathway"/>
            <p:cNvSpPr/>
            <p:nvPr/>
          </p:nvSpPr>
          <p:spPr>
            <a:xfrm>
              <a:off x="110063" y="224470"/>
              <a:ext cx="224439" cy="247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767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PI3K−Akt signaling pathway</a:t>
              </a:r>
              <a:endParaRPr lang="en-US" sz="767">
                <a:latin typeface="Arial"/>
                <a:ea typeface="Arial"/>
                <a:cs typeface="Arial"/>
              </a:endParaRPr>
            </a:p>
          </p:txBody>
        </p:sp>
        <p:sp>
          <p:nvSpPr>
            <p:cNvPr id="174" name="Editable text 17: Calcium signaling pathway"/>
            <p:cNvSpPr/>
            <p:nvPr/>
          </p:nvSpPr>
          <p:spPr>
            <a:xfrm>
              <a:off x="120603" y="201370"/>
              <a:ext cx="213910" cy="247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767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Calcium signaling pathway</a:t>
              </a:r>
              <a:endParaRPr lang="en-US" sz="767">
                <a:latin typeface="Arial"/>
                <a:ea typeface="Arial"/>
                <a:cs typeface="Arial"/>
              </a:endParaRPr>
            </a:p>
          </p:txBody>
        </p:sp>
        <p:sp>
          <p:nvSpPr>
            <p:cNvPr id="175" name="Editable text 18: Cytokine−cytokine receptor interaction"/>
            <p:cNvSpPr/>
            <p:nvPr/>
          </p:nvSpPr>
          <p:spPr>
            <a:xfrm>
              <a:off x="27732" y="178270"/>
              <a:ext cx="306459" cy="247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767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Cytokine−cytokine receptor interaction</a:t>
              </a:r>
              <a:endParaRPr lang="en-US" sz="767">
                <a:latin typeface="Arial"/>
                <a:ea typeface="Arial"/>
                <a:cs typeface="Arial"/>
              </a:endParaRPr>
            </a:p>
          </p:txBody>
        </p:sp>
        <p:sp>
          <p:nvSpPr>
            <p:cNvPr id="176" name="Editable text 19: Integrin signaling"/>
            <p:cNvSpPr/>
            <p:nvPr/>
          </p:nvSpPr>
          <p:spPr>
            <a:xfrm>
              <a:off x="197071" y="155170"/>
              <a:ext cx="136891" cy="247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767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Integrin signaling</a:t>
              </a:r>
              <a:endParaRPr lang="en-US" sz="767">
                <a:latin typeface="Arial"/>
                <a:ea typeface="Arial"/>
                <a:cs typeface="Arial"/>
              </a:endParaRPr>
            </a:p>
          </p:txBody>
        </p:sp>
        <p:sp>
          <p:nvSpPr>
            <p:cNvPr id="177" name="Editable text 20: ECM−receptor interaction"/>
            <p:cNvSpPr/>
            <p:nvPr/>
          </p:nvSpPr>
          <p:spPr>
            <a:xfrm>
              <a:off x="128788" y="132060"/>
              <a:ext cx="205393" cy="247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767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ECM−receptor interaction</a:t>
              </a:r>
              <a:endParaRPr lang="en-US" sz="767">
                <a:latin typeface="Arial"/>
                <a:ea typeface="Arial"/>
                <a:cs typeface="Arial"/>
              </a:endParaRPr>
            </a:p>
          </p:txBody>
        </p:sp>
        <p:sp>
          <p:nvSpPr>
            <p:cNvPr id="178" name="Editable text 21: Tuberculosis"/>
            <p:cNvSpPr/>
            <p:nvPr/>
          </p:nvSpPr>
          <p:spPr>
            <a:xfrm>
              <a:off x="232665" y="350080"/>
              <a:ext cx="102174" cy="247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767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Tuberculosis</a:t>
              </a:r>
              <a:endParaRPr lang="en-US" sz="767">
                <a:latin typeface="Arial"/>
                <a:ea typeface="Arial"/>
                <a:cs typeface="Arial"/>
              </a:endParaRPr>
            </a:p>
          </p:txBody>
        </p:sp>
        <p:sp>
          <p:nvSpPr>
            <p:cNvPr id="179" name="Editable text 22: Staphylococcus aureus infection"/>
            <p:cNvSpPr/>
            <p:nvPr/>
          </p:nvSpPr>
          <p:spPr>
            <a:xfrm>
              <a:off x="75683" y="326980"/>
              <a:ext cx="258953" cy="247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767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Staphylococcus aureus infection</a:t>
              </a:r>
              <a:endParaRPr lang="en-US" sz="767">
                <a:latin typeface="Arial"/>
                <a:ea typeface="Arial"/>
                <a:cs typeface="Arial"/>
              </a:endParaRPr>
            </a:p>
          </p:txBody>
        </p:sp>
        <p:sp>
          <p:nvSpPr>
            <p:cNvPr id="180" name="Editable text 23: Leishmaniasis"/>
            <p:cNvSpPr/>
            <p:nvPr/>
          </p:nvSpPr>
          <p:spPr>
            <a:xfrm>
              <a:off x="219237" y="303880"/>
              <a:ext cx="114856" cy="247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767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Leishmaniasis</a:t>
              </a:r>
              <a:endParaRPr lang="en-US" sz="767">
                <a:latin typeface="Arial"/>
                <a:ea typeface="Arial"/>
                <a:cs typeface="Arial"/>
              </a:endParaRPr>
            </a:p>
          </p:txBody>
        </p:sp>
        <p:sp>
          <p:nvSpPr>
            <p:cNvPr id="181" name="Editable text 24: Rheumatoid arthritis"/>
            <p:cNvSpPr/>
            <p:nvPr/>
          </p:nvSpPr>
          <p:spPr>
            <a:xfrm>
              <a:off x="171650" y="280780"/>
              <a:ext cx="162036" cy="247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767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Rheumatoid arthritis</a:t>
              </a:r>
              <a:endParaRPr lang="en-US" sz="767">
                <a:latin typeface="Arial"/>
                <a:ea typeface="Arial"/>
                <a:cs typeface="Arial"/>
              </a:endParaRPr>
            </a:p>
          </p:txBody>
        </p:sp>
        <p:sp>
          <p:nvSpPr>
            <p:cNvPr id="182" name="Editable text 25: Malaria"/>
            <p:cNvSpPr/>
            <p:nvPr/>
          </p:nvSpPr>
          <p:spPr>
            <a:xfrm>
              <a:off x="274137" y="257680"/>
              <a:ext cx="59819" cy="247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767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Malaria</a:t>
              </a:r>
              <a:endParaRPr lang="en-US" sz="767">
                <a:latin typeface="Arial"/>
                <a:ea typeface="Arial"/>
                <a:cs typeface="Arial"/>
              </a:endParaRPr>
            </a:p>
          </p:txBody>
        </p:sp>
        <p:sp>
          <p:nvSpPr>
            <p:cNvPr id="183" name="Editable text 26: Taurine and hypotaurine metabolism"/>
            <p:cNvSpPr/>
            <p:nvPr/>
          </p:nvSpPr>
          <p:spPr>
            <a:xfrm>
              <a:off x="43215" y="383290"/>
              <a:ext cx="290973" cy="247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767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Taurine and hypotaurine metabolism</a:t>
              </a:r>
              <a:endParaRPr lang="en-US" sz="767">
                <a:latin typeface="Arial"/>
                <a:ea typeface="Arial"/>
                <a:cs typeface="Arial"/>
              </a:endParaRPr>
            </a:p>
          </p:txBody>
        </p:sp>
        <p:sp>
          <p:nvSpPr>
            <p:cNvPr id="184" name="Editable text 27: Adrenergic signaling in cardiomyocytes"/>
            <p:cNvSpPr/>
            <p:nvPr/>
          </p:nvSpPr>
          <p:spPr>
            <a:xfrm>
              <a:off x="21469" y="508900"/>
              <a:ext cx="312954" cy="247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767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Adrenergic signaling in cardiomyocytes</a:t>
              </a:r>
              <a:endParaRPr lang="en-US" sz="767">
                <a:latin typeface="Arial"/>
                <a:ea typeface="Arial"/>
                <a:cs typeface="Arial"/>
              </a:endParaRPr>
            </a:p>
          </p:txBody>
        </p:sp>
        <p:sp>
          <p:nvSpPr>
            <p:cNvPr id="185" name="Editable text 28: IL−17 signaling pathway"/>
            <p:cNvSpPr/>
            <p:nvPr/>
          </p:nvSpPr>
          <p:spPr>
            <a:xfrm>
              <a:off x="140058" y="485800"/>
              <a:ext cx="194441" cy="247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767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IL−17 signaling pathway</a:t>
              </a:r>
              <a:endParaRPr lang="en-US" sz="767">
                <a:latin typeface="Arial"/>
                <a:ea typeface="Arial"/>
                <a:cs typeface="Arial"/>
              </a:endParaRPr>
            </a:p>
          </p:txBody>
        </p:sp>
        <p:sp>
          <p:nvSpPr>
            <p:cNvPr id="186" name="Editable text 29: Hematopoietic cell lineage"/>
            <p:cNvSpPr/>
            <p:nvPr/>
          </p:nvSpPr>
          <p:spPr>
            <a:xfrm>
              <a:off x="123178" y="462690"/>
              <a:ext cx="210921" cy="247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767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Hematopoietic cell lineage</a:t>
              </a:r>
              <a:endParaRPr lang="en-US" sz="767">
                <a:latin typeface="Arial"/>
                <a:ea typeface="Arial"/>
                <a:cs typeface="Arial"/>
              </a:endParaRPr>
            </a:p>
          </p:txBody>
        </p:sp>
        <p:sp>
          <p:nvSpPr>
            <p:cNvPr id="187" name="Editable text 30: Complement and coagulation cascades"/>
            <p:cNvSpPr/>
            <p:nvPr/>
          </p:nvSpPr>
          <p:spPr>
            <a:xfrm>
              <a:off x="18115" y="439590"/>
              <a:ext cx="315995" cy="247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767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Complement and coagulation cascades</a:t>
              </a:r>
              <a:endParaRPr lang="en-US" sz="767">
                <a:latin typeface="Arial"/>
                <a:ea typeface="Arial"/>
                <a:cs typeface="Arial"/>
              </a:endParaRPr>
            </a:p>
          </p:txBody>
        </p:sp>
        <p:sp>
          <p:nvSpPr>
            <p:cNvPr id="188" name="Editable text 31: Protein digestion and absorption"/>
            <p:cNvSpPr/>
            <p:nvPr/>
          </p:nvSpPr>
          <p:spPr>
            <a:xfrm>
              <a:off x="74849" y="416490"/>
              <a:ext cx="258980" cy="247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767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Protein digestion and absorption</a:t>
              </a:r>
              <a:endParaRPr lang="en-US" sz="767">
                <a:latin typeface="Arial"/>
                <a:ea typeface="Arial"/>
                <a:cs typeface="Arial"/>
              </a:endParaRPr>
            </a:p>
          </p:txBody>
        </p:sp>
        <p:sp>
          <p:nvSpPr>
            <p:cNvPr id="189" name="Editable text 32: 5"/>
            <p:cNvSpPr/>
            <p:nvPr/>
          </p:nvSpPr>
          <p:spPr>
            <a:xfrm>
              <a:off x="600554" y="216200"/>
              <a:ext cx="21600" cy="247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767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5</a:t>
              </a:r>
              <a:endParaRPr lang="en-US" sz="767">
                <a:latin typeface="Arial"/>
                <a:ea typeface="Arial"/>
                <a:cs typeface="Arial"/>
              </a:endParaRPr>
            </a:p>
          </p:txBody>
        </p:sp>
        <p:sp>
          <p:nvSpPr>
            <p:cNvPr id="190" name="Editable text 33: 10"/>
            <p:cNvSpPr/>
            <p:nvPr/>
          </p:nvSpPr>
          <p:spPr>
            <a:xfrm>
              <a:off x="605558" y="190660"/>
              <a:ext cx="21600" cy="247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767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10</a:t>
              </a:r>
              <a:endParaRPr lang="en-US" sz="767">
                <a:latin typeface="Arial"/>
                <a:ea typeface="Arial"/>
                <a:cs typeface="Arial"/>
              </a:endParaRPr>
            </a:p>
          </p:txBody>
        </p:sp>
        <p:sp>
          <p:nvSpPr>
            <p:cNvPr id="191" name="Editable text 34: 15"/>
            <p:cNvSpPr/>
            <p:nvPr/>
          </p:nvSpPr>
          <p:spPr>
            <a:xfrm>
              <a:off x="605558" y="165120"/>
              <a:ext cx="21600" cy="247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767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15</a:t>
              </a:r>
              <a:endParaRPr lang="en-US" sz="767">
                <a:latin typeface="Arial"/>
                <a:ea typeface="Arial"/>
                <a:cs typeface="Arial"/>
              </a:endParaRPr>
            </a:p>
          </p:txBody>
        </p:sp>
        <p:sp>
          <p:nvSpPr>
            <p:cNvPr id="192" name="Editable text 35: −log10(p.adjust)"/>
            <p:cNvSpPr/>
            <p:nvPr/>
          </p:nvSpPr>
          <p:spPr>
            <a:xfrm>
              <a:off x="579384" y="129680"/>
              <a:ext cx="130387" cy="247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767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−log10(p.adjust)</a:t>
              </a:r>
              <a:endParaRPr lang="en-US" sz="767">
                <a:latin typeface="Arial"/>
                <a:ea typeface="Arial"/>
                <a:cs typeface="Arial"/>
              </a:endParaRPr>
            </a:p>
          </p:txBody>
        </p:sp>
        <p:sp>
          <p:nvSpPr>
            <p:cNvPr id="193" name="Editable text 36: Count"/>
            <p:cNvSpPr/>
            <p:nvPr/>
          </p:nvSpPr>
          <p:spPr>
            <a:xfrm>
              <a:off x="579706" y="263840"/>
              <a:ext cx="48832" cy="247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767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Count</a:t>
              </a:r>
              <a:endParaRPr lang="en-US" sz="767">
                <a:latin typeface="Arial"/>
                <a:ea typeface="Arial"/>
                <a:cs typeface="Arial"/>
              </a:endParaRPr>
            </a:p>
          </p:txBody>
        </p:sp>
        <p:sp>
          <p:nvSpPr>
            <p:cNvPr id="194" name="Editable text 37: 10"/>
            <p:cNvSpPr/>
            <p:nvPr/>
          </p:nvSpPr>
          <p:spPr>
            <a:xfrm>
              <a:off x="615998" y="289890"/>
              <a:ext cx="21600" cy="247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767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10</a:t>
              </a:r>
              <a:endParaRPr lang="en-US" sz="767">
                <a:latin typeface="Arial"/>
                <a:ea typeface="Arial"/>
                <a:cs typeface="Arial"/>
              </a:endParaRPr>
            </a:p>
          </p:txBody>
        </p:sp>
        <p:sp>
          <p:nvSpPr>
            <p:cNvPr id="195" name="Editable text 38: 20"/>
            <p:cNvSpPr/>
            <p:nvPr/>
          </p:nvSpPr>
          <p:spPr>
            <a:xfrm>
              <a:off x="615998" y="308330"/>
              <a:ext cx="21600" cy="247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767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20</a:t>
              </a:r>
              <a:endParaRPr lang="en-US" sz="767">
                <a:latin typeface="Arial"/>
                <a:ea typeface="Arial"/>
                <a:cs typeface="Arial"/>
              </a:endParaRPr>
            </a:p>
          </p:txBody>
        </p:sp>
        <p:sp>
          <p:nvSpPr>
            <p:cNvPr id="196" name="Editable text 39: 30"/>
            <p:cNvSpPr/>
            <p:nvPr/>
          </p:nvSpPr>
          <p:spPr>
            <a:xfrm>
              <a:off x="615998" y="329540"/>
              <a:ext cx="21600" cy="247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767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30</a:t>
              </a:r>
              <a:endParaRPr lang="en-US" sz="767">
                <a:latin typeface="Arial"/>
                <a:ea typeface="Arial"/>
                <a:cs typeface="Arial"/>
              </a:endParaRPr>
            </a:p>
          </p:txBody>
        </p:sp>
        <p:sp>
          <p:nvSpPr>
            <p:cNvPr id="197" name="Editable text 40: 40"/>
            <p:cNvSpPr/>
            <p:nvPr/>
          </p:nvSpPr>
          <p:spPr>
            <a:xfrm>
              <a:off x="615998" y="353680"/>
              <a:ext cx="21600" cy="247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767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40</a:t>
              </a:r>
              <a:endParaRPr lang="en-US" sz="767">
                <a:latin typeface="Arial"/>
                <a:ea typeface="Arial"/>
                <a:cs typeface="Arial"/>
              </a:endParaRPr>
            </a:p>
          </p:txBody>
        </p:sp>
        <p:sp>
          <p:nvSpPr>
            <p:cNvPr id="198" name="Editable text 41: 50"/>
            <p:cNvSpPr/>
            <p:nvPr/>
          </p:nvSpPr>
          <p:spPr>
            <a:xfrm>
              <a:off x="615998" y="380260"/>
              <a:ext cx="21600" cy="247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767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50</a:t>
              </a:r>
              <a:endParaRPr lang="en-US" sz="767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37" name="文本框 36">
            <a:extLst>
              <a:ext uri="{FF2B5EF4-FFF2-40B4-BE49-F238E27FC236}">
                <a16:creationId xmlns:a16="http://schemas.microsoft.com/office/drawing/2014/main" id="{ADBDC402-E10C-E2B6-1353-70B7D0271E84}"/>
              </a:ext>
            </a:extLst>
          </p:cNvPr>
          <p:cNvSpPr txBox="1"/>
          <p:nvPr/>
        </p:nvSpPr>
        <p:spPr>
          <a:xfrm>
            <a:off x="114297" y="6911649"/>
            <a:ext cx="718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F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  <a:ea typeface="Arial"/>
            </a:endParaRPr>
          </a:p>
        </p:txBody>
      </p:sp>
      <p:pic>
        <p:nvPicPr>
          <p:cNvPr id="39" name="图片 38">
            <a:extLst>
              <a:ext uri="{FF2B5EF4-FFF2-40B4-BE49-F238E27FC236}">
                <a16:creationId xmlns:a16="http://schemas.microsoft.com/office/drawing/2014/main" id="{489C4DC6-D3A1-DF1F-CFD9-71EA9C41038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ns5:svgBlip xmlns:ns5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723943" y="3543334"/>
            <a:ext cx="2718706" cy="2718706"/>
          </a:xfrm>
          <a:prstGeom prst="rect">
            <a:avLst/>
          </a:prstGeom>
        </p:spPr>
      </p:pic>
      <p:grpSp>
        <p:nvGrpSpPr>
          <p:cNvPr id="199" name="Editable text for image6"/>
          <p:cNvGrpSpPr/>
          <p:nvPr/>
        </p:nvGrpSpPr>
        <p:grpSpPr>
          <a:xfrm>
            <a:off x="4723943" y="3543334"/>
            <a:ext cx="2718706" cy="2718706"/>
            <a:chOff x="0" y="0"/>
            <a:chExt cx="720000" cy="720000"/>
          </a:xfrm>
        </p:grpSpPr>
        <p:sp>
          <p:nvSpPr>
            <p:cNvPr id="200" name="Editable text 1: muscle system process"/>
            <p:cNvSpPr/>
            <p:nvPr/>
          </p:nvSpPr>
          <p:spPr>
            <a:xfrm>
              <a:off x="329515" y="644870"/>
              <a:ext cx="146283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16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muscle system process</a:t>
              </a:r>
              <a:endParaRPr lang="en-US" sz="416">
                <a:latin typeface="Arial"/>
                <a:ea typeface="Arial"/>
                <a:cs typeface="Arial"/>
              </a:endParaRPr>
            </a:p>
          </p:txBody>
        </p:sp>
        <p:sp>
          <p:nvSpPr>
            <p:cNvPr id="201" name="Editable text 2: muscle contraction"/>
            <p:cNvSpPr/>
            <p:nvPr/>
          </p:nvSpPr>
          <p:spPr>
            <a:xfrm>
              <a:off x="318813" y="562520"/>
              <a:ext cx="117517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16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muscle contraction</a:t>
              </a:r>
              <a:endParaRPr lang="en-US" sz="416">
                <a:latin typeface="Arial"/>
                <a:ea typeface="Arial"/>
                <a:cs typeface="Arial"/>
              </a:endParaRPr>
            </a:p>
          </p:txBody>
        </p:sp>
        <p:sp>
          <p:nvSpPr>
            <p:cNvPr id="202" name="Editable text 3: extracellular structure organization"/>
            <p:cNvSpPr/>
            <p:nvPr/>
          </p:nvSpPr>
          <p:spPr>
            <a:xfrm>
              <a:off x="124909" y="179090"/>
              <a:ext cx="214794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16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extracellular structure organization</a:t>
              </a:r>
              <a:endParaRPr lang="en-US" sz="416">
                <a:latin typeface="Arial"/>
                <a:ea typeface="Arial"/>
                <a:cs typeface="Arial"/>
              </a:endParaRPr>
            </a:p>
          </p:txBody>
        </p:sp>
        <p:sp>
          <p:nvSpPr>
            <p:cNvPr id="203" name="Editable text 4: external encapsulating structure organization"/>
            <p:cNvSpPr/>
            <p:nvPr/>
          </p:nvSpPr>
          <p:spPr>
            <a:xfrm>
              <a:off x="57219" y="108730"/>
              <a:ext cx="279414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16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external encapsulating structure organization</a:t>
              </a:r>
              <a:endParaRPr lang="en-US" sz="416">
                <a:latin typeface="Arial"/>
                <a:ea typeface="Arial"/>
                <a:cs typeface="Arial"/>
              </a:endParaRPr>
            </a:p>
          </p:txBody>
        </p:sp>
        <p:sp>
          <p:nvSpPr>
            <p:cNvPr id="204" name="Editable text 5: extracellular matrix organization"/>
            <p:cNvSpPr/>
            <p:nvPr/>
          </p:nvSpPr>
          <p:spPr>
            <a:xfrm>
              <a:off x="12679" y="137260"/>
              <a:ext cx="198442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16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extracellular matrix organization</a:t>
              </a:r>
              <a:endParaRPr lang="en-US" sz="416">
                <a:latin typeface="Arial"/>
                <a:ea typeface="Arial"/>
                <a:cs typeface="Arial"/>
              </a:endParaRPr>
            </a:p>
          </p:txBody>
        </p:sp>
        <p:sp>
          <p:nvSpPr>
            <p:cNvPr id="205" name="Editable text 6: regulation of tube diameter"/>
            <p:cNvSpPr/>
            <p:nvPr/>
          </p:nvSpPr>
          <p:spPr>
            <a:xfrm>
              <a:off x="145409" y="665430"/>
              <a:ext cx="167352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16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regulation of tube diameter</a:t>
              </a:r>
              <a:endParaRPr lang="en-US" sz="416">
                <a:latin typeface="Arial"/>
                <a:ea typeface="Arial"/>
                <a:cs typeface="Arial"/>
              </a:endParaRPr>
            </a:p>
          </p:txBody>
        </p:sp>
        <p:sp>
          <p:nvSpPr>
            <p:cNvPr id="206" name="Editable text 7: collagen trimer"/>
            <p:cNvSpPr/>
            <p:nvPr/>
          </p:nvSpPr>
          <p:spPr>
            <a:xfrm>
              <a:off x="240257" y="51620"/>
              <a:ext cx="92614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16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collagen trimer</a:t>
              </a:r>
              <a:endParaRPr lang="en-US" sz="416">
                <a:latin typeface="Arial"/>
                <a:ea typeface="Arial"/>
                <a:cs typeface="Arial"/>
              </a:endParaRPr>
            </a:p>
          </p:txBody>
        </p:sp>
        <p:sp>
          <p:nvSpPr>
            <p:cNvPr id="207" name="Editable text 8: external side of plasma membrane"/>
            <p:cNvSpPr/>
            <p:nvPr/>
          </p:nvSpPr>
          <p:spPr>
            <a:xfrm>
              <a:off x="348362" y="310920"/>
              <a:ext cx="215573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16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external side of plasma membrane</a:t>
              </a:r>
              <a:endParaRPr lang="en-US" sz="416">
                <a:latin typeface="Arial"/>
                <a:ea typeface="Arial"/>
                <a:cs typeface="Arial"/>
              </a:endParaRPr>
            </a:p>
          </p:txBody>
        </p:sp>
        <p:sp>
          <p:nvSpPr>
            <p:cNvPr id="208" name="Editable text 9: collagen−containing extracellular matrix"/>
            <p:cNvSpPr/>
            <p:nvPr/>
          </p:nvSpPr>
          <p:spPr>
            <a:xfrm>
              <a:off x="27342" y="199770"/>
              <a:ext cx="246321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16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collagen−containing extracellular matrix</a:t>
              </a:r>
              <a:endParaRPr lang="en-US" sz="416">
                <a:latin typeface="Arial"/>
                <a:ea typeface="Arial"/>
                <a:cs typeface="Arial"/>
              </a:endParaRPr>
            </a:p>
          </p:txBody>
        </p:sp>
        <p:sp>
          <p:nvSpPr>
            <p:cNvPr id="209" name="Editable text 10: extracellular matrix"/>
            <p:cNvSpPr/>
            <p:nvPr/>
          </p:nvSpPr>
          <p:spPr>
            <a:xfrm>
              <a:off x="85797" y="233050"/>
              <a:ext cx="118276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16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extracellular matrix</a:t>
              </a:r>
              <a:endParaRPr lang="en-US" sz="416">
                <a:latin typeface="Arial"/>
                <a:ea typeface="Arial"/>
                <a:cs typeface="Arial"/>
              </a:endParaRPr>
            </a:p>
          </p:txBody>
        </p:sp>
        <p:sp>
          <p:nvSpPr>
            <p:cNvPr id="210" name="Editable text 11: external encapsulating structure"/>
            <p:cNvSpPr/>
            <p:nvPr/>
          </p:nvSpPr>
          <p:spPr>
            <a:xfrm>
              <a:off x="210877" y="245260"/>
              <a:ext cx="199248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16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external encapsulating structure</a:t>
              </a:r>
              <a:endParaRPr lang="en-US" sz="416">
                <a:latin typeface="Arial"/>
                <a:ea typeface="Arial"/>
                <a:cs typeface="Arial"/>
              </a:endParaRPr>
            </a:p>
          </p:txBody>
        </p:sp>
        <p:sp>
          <p:nvSpPr>
            <p:cNvPr id="211" name="Editable text 12: contractile fiber"/>
            <p:cNvSpPr/>
            <p:nvPr/>
          </p:nvSpPr>
          <p:spPr>
            <a:xfrm>
              <a:off x="457654" y="546860"/>
              <a:ext cx="95731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16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contractile fiber</a:t>
              </a:r>
              <a:endParaRPr lang="en-US" sz="416">
                <a:latin typeface="Arial"/>
                <a:ea typeface="Arial"/>
                <a:cs typeface="Arial"/>
              </a:endParaRPr>
            </a:p>
          </p:txBody>
        </p:sp>
        <p:sp>
          <p:nvSpPr>
            <p:cNvPr id="212" name="Editable text 13: integrin binding"/>
            <p:cNvSpPr/>
            <p:nvPr/>
          </p:nvSpPr>
          <p:spPr>
            <a:xfrm>
              <a:off x="245183" y="341730"/>
              <a:ext cx="95759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16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integrin binding</a:t>
              </a:r>
              <a:endParaRPr lang="en-US" sz="416">
                <a:latin typeface="Arial"/>
                <a:ea typeface="Arial"/>
                <a:cs typeface="Arial"/>
              </a:endParaRPr>
            </a:p>
          </p:txBody>
        </p:sp>
        <p:sp>
          <p:nvSpPr>
            <p:cNvPr id="213" name="Editable text 14: sulfur compound binding"/>
            <p:cNvSpPr/>
            <p:nvPr/>
          </p:nvSpPr>
          <p:spPr>
            <a:xfrm>
              <a:off x="11406" y="380120"/>
              <a:ext cx="153345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16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sulfur compound binding</a:t>
              </a:r>
              <a:endParaRPr lang="en-US" sz="416">
                <a:latin typeface="Arial"/>
                <a:ea typeface="Arial"/>
                <a:cs typeface="Arial"/>
              </a:endParaRPr>
            </a:p>
          </p:txBody>
        </p:sp>
        <p:sp>
          <p:nvSpPr>
            <p:cNvPr id="214" name="Editable text 15: heparin binding"/>
            <p:cNvSpPr/>
            <p:nvPr/>
          </p:nvSpPr>
          <p:spPr>
            <a:xfrm>
              <a:off x="40182" y="303790"/>
              <a:ext cx="96545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16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heparin binding</a:t>
              </a:r>
              <a:endParaRPr lang="en-US" sz="416">
                <a:latin typeface="Arial"/>
                <a:ea typeface="Arial"/>
                <a:cs typeface="Arial"/>
              </a:endParaRPr>
            </a:p>
          </p:txBody>
        </p:sp>
        <p:sp>
          <p:nvSpPr>
            <p:cNvPr id="215" name="Editable text 16: glycosaminoglycan binding"/>
            <p:cNvSpPr/>
            <p:nvPr/>
          </p:nvSpPr>
          <p:spPr>
            <a:xfrm>
              <a:off x="68301" y="358610"/>
              <a:ext cx="168124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16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glycosaminoglycan binding</a:t>
              </a:r>
              <a:endParaRPr lang="en-US" sz="416">
                <a:latin typeface="Arial"/>
                <a:ea typeface="Arial"/>
                <a:cs typeface="Arial"/>
              </a:endParaRPr>
            </a:p>
          </p:txBody>
        </p:sp>
        <p:sp>
          <p:nvSpPr>
            <p:cNvPr id="216" name="Editable text 17: carbohydrate binding"/>
            <p:cNvSpPr/>
            <p:nvPr/>
          </p:nvSpPr>
          <p:spPr>
            <a:xfrm>
              <a:off x="454587" y="155010"/>
              <a:ext cx="131559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16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carbohydrate binding</a:t>
              </a:r>
              <a:endParaRPr lang="en-US" sz="416">
                <a:latin typeface="Arial"/>
                <a:ea typeface="Arial"/>
                <a:cs typeface="Arial"/>
              </a:endParaRPr>
            </a:p>
          </p:txBody>
        </p:sp>
        <p:sp>
          <p:nvSpPr>
            <p:cNvPr id="217" name="Editable text 18: number of genes"/>
            <p:cNvSpPr/>
            <p:nvPr/>
          </p:nvSpPr>
          <p:spPr>
            <a:xfrm>
              <a:off x="633645" y="240120"/>
              <a:ext cx="75849" cy="13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297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number of genes</a:t>
              </a:r>
              <a:endParaRPr lang="en-US" sz="297">
                <a:latin typeface="Arial"/>
                <a:ea typeface="Arial"/>
                <a:cs typeface="Arial"/>
              </a:endParaRPr>
            </a:p>
          </p:txBody>
        </p:sp>
        <p:sp>
          <p:nvSpPr>
            <p:cNvPr id="218" name="Editable text 19: 20"/>
            <p:cNvSpPr/>
            <p:nvPr/>
          </p:nvSpPr>
          <p:spPr>
            <a:xfrm>
              <a:off x="660680" y="258430"/>
              <a:ext cx="12000" cy="13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297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20</a:t>
              </a:r>
              <a:endParaRPr lang="en-US" sz="297">
                <a:latin typeface="Arial"/>
                <a:ea typeface="Arial"/>
                <a:cs typeface="Arial"/>
              </a:endParaRPr>
            </a:p>
          </p:txBody>
        </p:sp>
        <p:sp>
          <p:nvSpPr>
            <p:cNvPr id="219" name="Editable text 20: 40"/>
            <p:cNvSpPr/>
            <p:nvPr/>
          </p:nvSpPr>
          <p:spPr>
            <a:xfrm>
              <a:off x="660680" y="275710"/>
              <a:ext cx="12000" cy="13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297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40</a:t>
              </a:r>
              <a:endParaRPr lang="en-US" sz="297">
                <a:latin typeface="Arial"/>
                <a:ea typeface="Arial"/>
                <a:cs typeface="Arial"/>
              </a:endParaRPr>
            </a:p>
          </p:txBody>
        </p:sp>
        <p:sp>
          <p:nvSpPr>
            <p:cNvPr id="220" name="Editable text 21: 60"/>
            <p:cNvSpPr/>
            <p:nvPr/>
          </p:nvSpPr>
          <p:spPr>
            <a:xfrm>
              <a:off x="660680" y="293440"/>
              <a:ext cx="12000" cy="13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297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60</a:t>
              </a:r>
              <a:endParaRPr lang="en-US" sz="297">
                <a:latin typeface="Arial"/>
                <a:ea typeface="Arial"/>
                <a:cs typeface="Arial"/>
              </a:endParaRPr>
            </a:p>
          </p:txBody>
        </p:sp>
        <p:sp>
          <p:nvSpPr>
            <p:cNvPr id="221" name="Editable text 22: 80"/>
            <p:cNvSpPr/>
            <p:nvPr/>
          </p:nvSpPr>
          <p:spPr>
            <a:xfrm>
              <a:off x="660680" y="312670"/>
              <a:ext cx="12000" cy="13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297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80</a:t>
              </a:r>
              <a:endParaRPr lang="en-US" sz="297">
                <a:latin typeface="Arial"/>
                <a:ea typeface="Arial"/>
                <a:cs typeface="Arial"/>
              </a:endParaRPr>
            </a:p>
          </p:txBody>
        </p:sp>
        <p:sp>
          <p:nvSpPr>
            <p:cNvPr id="222" name="Editable text 23: 100"/>
            <p:cNvSpPr/>
            <p:nvPr/>
          </p:nvSpPr>
          <p:spPr>
            <a:xfrm>
              <a:off x="660718" y="333820"/>
              <a:ext cx="17485" cy="13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297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100</a:t>
              </a:r>
              <a:endParaRPr lang="en-US" sz="297">
                <a:latin typeface="Arial"/>
                <a:ea typeface="Arial"/>
                <a:cs typeface="Arial"/>
              </a:endParaRPr>
            </a:p>
          </p:txBody>
        </p:sp>
        <p:sp>
          <p:nvSpPr>
            <p:cNvPr id="223" name="Editable text 24: 1e−07"/>
            <p:cNvSpPr/>
            <p:nvPr/>
          </p:nvSpPr>
          <p:spPr>
            <a:xfrm>
              <a:off x="655957" y="450480"/>
              <a:ext cx="28886" cy="13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297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1e−07</a:t>
              </a:r>
              <a:endParaRPr lang="en-US" sz="297">
                <a:latin typeface="Arial"/>
                <a:ea typeface="Arial"/>
                <a:cs typeface="Arial"/>
              </a:endParaRPr>
            </a:p>
          </p:txBody>
        </p:sp>
        <p:sp>
          <p:nvSpPr>
            <p:cNvPr id="224" name="Editable text 25: 2e−07"/>
            <p:cNvSpPr/>
            <p:nvPr/>
          </p:nvSpPr>
          <p:spPr>
            <a:xfrm>
              <a:off x="655957" y="433580"/>
              <a:ext cx="28886" cy="13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297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2e−07</a:t>
              </a:r>
              <a:endParaRPr lang="en-US" sz="297">
                <a:latin typeface="Arial"/>
                <a:ea typeface="Arial"/>
                <a:cs typeface="Arial"/>
              </a:endParaRPr>
            </a:p>
          </p:txBody>
        </p:sp>
        <p:sp>
          <p:nvSpPr>
            <p:cNvPr id="225" name="Editable text 26: 3e−07"/>
            <p:cNvSpPr/>
            <p:nvPr/>
          </p:nvSpPr>
          <p:spPr>
            <a:xfrm>
              <a:off x="655957" y="416690"/>
              <a:ext cx="28886" cy="13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297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3e−07</a:t>
              </a:r>
              <a:endParaRPr lang="en-US" sz="297">
                <a:latin typeface="Arial"/>
                <a:ea typeface="Arial"/>
                <a:cs typeface="Arial"/>
              </a:endParaRPr>
            </a:p>
          </p:txBody>
        </p:sp>
        <p:sp>
          <p:nvSpPr>
            <p:cNvPr id="226" name="Editable text 27: 4e−07"/>
            <p:cNvSpPr/>
            <p:nvPr/>
          </p:nvSpPr>
          <p:spPr>
            <a:xfrm>
              <a:off x="655957" y="399790"/>
              <a:ext cx="28886" cy="13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297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4e−07</a:t>
              </a:r>
              <a:endParaRPr lang="en-US" sz="297">
                <a:latin typeface="Arial"/>
                <a:ea typeface="Arial"/>
                <a:cs typeface="Arial"/>
              </a:endParaRPr>
            </a:p>
          </p:txBody>
        </p:sp>
        <p:sp>
          <p:nvSpPr>
            <p:cNvPr id="227" name="Editable text 28: 5e−07"/>
            <p:cNvSpPr/>
            <p:nvPr/>
          </p:nvSpPr>
          <p:spPr>
            <a:xfrm>
              <a:off x="655957" y="382900"/>
              <a:ext cx="28886" cy="13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297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5e−07</a:t>
              </a:r>
              <a:endParaRPr lang="en-US" sz="297">
                <a:latin typeface="Arial"/>
                <a:ea typeface="Arial"/>
                <a:cs typeface="Arial"/>
              </a:endParaRPr>
            </a:p>
          </p:txBody>
        </p:sp>
        <p:sp>
          <p:nvSpPr>
            <p:cNvPr id="228" name="Editable text 29: p.adjust"/>
            <p:cNvSpPr/>
            <p:nvPr/>
          </p:nvSpPr>
          <p:spPr>
            <a:xfrm>
              <a:off x="633523" y="371440"/>
              <a:ext cx="35825" cy="13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297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p.adjust</a:t>
              </a:r>
              <a:endParaRPr lang="en-US" sz="297">
                <a:latin typeface="Arial"/>
                <a:ea typeface="Arial"/>
                <a:cs typeface="Arial"/>
              </a:endParaRPr>
            </a:p>
          </p:txBody>
        </p:sp>
      </p:grpSp>
      <p:pic>
        <p:nvPicPr>
          <p:cNvPr id="42" name="图片 41">
            <a:extLst>
              <a:ext uri="{FF2B5EF4-FFF2-40B4-BE49-F238E27FC236}">
                <a16:creationId xmlns:a16="http://schemas.microsoft.com/office/drawing/2014/main" id="{ABA4CB27-8170-F8F6-5B2D-6E02EA62C30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ns6:svgBlip xmlns:ns6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336462" y="6775205"/>
            <a:ext cx="2591270" cy="1295635"/>
          </a:xfrm>
          <a:prstGeom prst="rect">
            <a:avLst/>
          </a:prstGeom>
        </p:spPr>
      </p:pic>
      <p:grpSp>
        <p:nvGrpSpPr>
          <p:cNvPr id="229" name="Editable text for image7"/>
          <p:cNvGrpSpPr/>
          <p:nvPr/>
        </p:nvGrpSpPr>
        <p:grpSpPr>
          <a:xfrm>
            <a:off x="4336462" y="6775205"/>
            <a:ext cx="2591270" cy="1295635"/>
            <a:chOff x="0" y="0"/>
            <a:chExt cx="576000" cy="288000"/>
          </a:xfrm>
        </p:grpSpPr>
        <p:sp>
          <p:nvSpPr>
            <p:cNvPr id="230" name="Editable text 1: −0.1"/>
            <p:cNvSpPr/>
            <p:nvPr/>
          </p:nvSpPr>
          <p:spPr>
            <a:xfrm>
              <a:off x="28549" y="145440"/>
              <a:ext cx="24490" cy="164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25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−0.1</a:t>
              </a:r>
              <a:endParaRPr lang="en-US" sz="425">
                <a:latin typeface="Arial"/>
                <a:ea typeface="Arial"/>
                <a:cs typeface="Arial"/>
              </a:endParaRPr>
            </a:p>
          </p:txBody>
        </p:sp>
        <p:sp>
          <p:nvSpPr>
            <p:cNvPr id="231" name="Editable text 2: 0.0"/>
            <p:cNvSpPr/>
            <p:nvPr/>
          </p:nvSpPr>
          <p:spPr>
            <a:xfrm>
              <a:off x="35559" y="127160"/>
              <a:ext cx="17482" cy="164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25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0.0</a:t>
              </a:r>
              <a:endParaRPr lang="en-US" sz="425">
                <a:latin typeface="Arial"/>
                <a:ea typeface="Arial"/>
                <a:cs typeface="Arial"/>
              </a:endParaRPr>
            </a:p>
          </p:txBody>
        </p:sp>
        <p:sp>
          <p:nvSpPr>
            <p:cNvPr id="232" name="Editable text 3: 0.1"/>
            <p:cNvSpPr/>
            <p:nvPr/>
          </p:nvSpPr>
          <p:spPr>
            <a:xfrm>
              <a:off x="35559" y="108880"/>
              <a:ext cx="17482" cy="164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25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0.1</a:t>
              </a:r>
              <a:endParaRPr lang="en-US" sz="425">
                <a:latin typeface="Arial"/>
                <a:ea typeface="Arial"/>
                <a:cs typeface="Arial"/>
              </a:endParaRPr>
            </a:p>
          </p:txBody>
        </p:sp>
        <p:sp>
          <p:nvSpPr>
            <p:cNvPr id="233" name="Editable text 4: 0.2"/>
            <p:cNvSpPr/>
            <p:nvPr/>
          </p:nvSpPr>
          <p:spPr>
            <a:xfrm>
              <a:off x="35559" y="90600"/>
              <a:ext cx="17482" cy="164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25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0.2</a:t>
              </a:r>
              <a:endParaRPr lang="en-US" sz="425">
                <a:latin typeface="Arial"/>
                <a:ea typeface="Arial"/>
                <a:cs typeface="Arial"/>
              </a:endParaRPr>
            </a:p>
          </p:txBody>
        </p:sp>
        <p:sp>
          <p:nvSpPr>
            <p:cNvPr id="234" name="Editable text 5: 0.3"/>
            <p:cNvSpPr/>
            <p:nvPr/>
          </p:nvSpPr>
          <p:spPr>
            <a:xfrm>
              <a:off x="35559" y="72320"/>
              <a:ext cx="17482" cy="164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25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0.3</a:t>
              </a:r>
              <a:endParaRPr lang="en-US" sz="425">
                <a:latin typeface="Arial"/>
                <a:ea typeface="Arial"/>
                <a:cs typeface="Arial"/>
              </a:endParaRPr>
            </a:p>
          </p:txBody>
        </p:sp>
        <p:sp>
          <p:nvSpPr>
            <p:cNvPr id="235" name="Editable text 6: 0.4"/>
            <p:cNvSpPr/>
            <p:nvPr/>
          </p:nvSpPr>
          <p:spPr>
            <a:xfrm>
              <a:off x="35559" y="54040"/>
              <a:ext cx="17482" cy="164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25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0.4</a:t>
              </a:r>
              <a:endParaRPr lang="en-US" sz="425">
                <a:latin typeface="Arial"/>
                <a:ea typeface="Arial"/>
                <a:cs typeface="Arial"/>
              </a:endParaRPr>
            </a:p>
          </p:txBody>
        </p:sp>
        <p:sp>
          <p:nvSpPr>
            <p:cNvPr id="236" name="Editable text 7: 0.5"/>
            <p:cNvSpPr/>
            <p:nvPr/>
          </p:nvSpPr>
          <p:spPr>
            <a:xfrm>
              <a:off x="35559" y="35760"/>
              <a:ext cx="17482" cy="164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25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0.5</a:t>
              </a:r>
              <a:endParaRPr lang="en-US" sz="425">
                <a:latin typeface="Arial"/>
                <a:ea typeface="Arial"/>
                <a:cs typeface="Arial"/>
              </a:endParaRPr>
            </a:p>
          </p:txBody>
        </p:sp>
        <p:sp>
          <p:nvSpPr>
            <p:cNvPr id="237" name="Editable text 8: Running Enrichment Score"/>
            <p:cNvSpPr/>
            <p:nvPr/>
          </p:nvSpPr>
          <p:spPr>
            <a:xfrm rot="16200000">
              <a:off x="-73630" y="84625"/>
              <a:ext cx="179460" cy="20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531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Running Enrichment Score</a:t>
              </a:r>
              <a:endParaRPr lang="en-US" sz="531">
                <a:latin typeface="Arial"/>
                <a:ea typeface="Arial"/>
                <a:cs typeface="Arial"/>
              </a:endParaRPr>
            </a:p>
          </p:txBody>
        </p:sp>
        <p:sp>
          <p:nvSpPr>
            <p:cNvPr id="238" name="Editable text 9: Cytoskeleton in muscle cells − Rattus norvegicus"/>
            <p:cNvSpPr/>
            <p:nvPr/>
          </p:nvSpPr>
          <p:spPr>
            <a:xfrm>
              <a:off x="58637" y="4720"/>
              <a:ext cx="429471" cy="247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638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Cytoskeleton in muscle cells − Rattus norvegicus (rat)</a:t>
              </a:r>
              <a:endParaRPr lang="en-US" sz="638">
                <a:latin typeface="Arial"/>
                <a:ea typeface="Arial"/>
                <a:cs typeface="Arial"/>
              </a:endParaRPr>
            </a:p>
          </p:txBody>
        </p:sp>
        <p:sp>
          <p:nvSpPr>
            <p:cNvPr id="239" name="Editable text 10: −5"/>
            <p:cNvSpPr/>
            <p:nvPr/>
          </p:nvSpPr>
          <p:spPr>
            <a:xfrm>
              <a:off x="38559" y="229890"/>
              <a:ext cx="14482" cy="164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25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−5</a:t>
              </a:r>
              <a:endParaRPr lang="en-US" sz="425">
                <a:latin typeface="Arial"/>
                <a:ea typeface="Arial"/>
                <a:cs typeface="Arial"/>
              </a:endParaRPr>
            </a:p>
          </p:txBody>
        </p:sp>
        <p:sp>
          <p:nvSpPr>
            <p:cNvPr id="240" name="Editable text 11: 0"/>
            <p:cNvSpPr/>
            <p:nvPr/>
          </p:nvSpPr>
          <p:spPr>
            <a:xfrm>
              <a:off x="42106" y="219260"/>
              <a:ext cx="14400" cy="164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25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0</a:t>
              </a:r>
              <a:endParaRPr lang="en-US" sz="425">
                <a:latin typeface="Arial"/>
                <a:ea typeface="Arial"/>
                <a:cs typeface="Arial"/>
              </a:endParaRPr>
            </a:p>
          </p:txBody>
        </p:sp>
        <p:sp>
          <p:nvSpPr>
            <p:cNvPr id="241" name="Editable text 12: 5"/>
            <p:cNvSpPr/>
            <p:nvPr/>
          </p:nvSpPr>
          <p:spPr>
            <a:xfrm>
              <a:off x="42106" y="208630"/>
              <a:ext cx="14400" cy="164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25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5</a:t>
              </a:r>
              <a:endParaRPr lang="en-US" sz="425">
                <a:latin typeface="Arial"/>
                <a:ea typeface="Arial"/>
                <a:cs typeface="Arial"/>
              </a:endParaRPr>
            </a:p>
          </p:txBody>
        </p:sp>
        <p:sp>
          <p:nvSpPr>
            <p:cNvPr id="242" name="Editable text 13: 10"/>
            <p:cNvSpPr/>
            <p:nvPr/>
          </p:nvSpPr>
          <p:spPr>
            <a:xfrm>
              <a:off x="38772" y="198010"/>
              <a:ext cx="14400" cy="164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25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10</a:t>
              </a:r>
              <a:endParaRPr lang="en-US" sz="425">
                <a:latin typeface="Arial"/>
                <a:ea typeface="Arial"/>
                <a:cs typeface="Arial"/>
              </a:endParaRPr>
            </a:p>
          </p:txBody>
        </p:sp>
        <p:sp>
          <p:nvSpPr>
            <p:cNvPr id="243" name="Editable text 14: 5000"/>
            <p:cNvSpPr/>
            <p:nvPr/>
          </p:nvSpPr>
          <p:spPr>
            <a:xfrm>
              <a:off x="208976" y="243510"/>
              <a:ext cx="27496" cy="164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25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5000</a:t>
              </a:r>
              <a:endParaRPr lang="en-US" sz="425">
                <a:latin typeface="Arial"/>
                <a:ea typeface="Arial"/>
                <a:cs typeface="Arial"/>
              </a:endParaRPr>
            </a:p>
          </p:txBody>
        </p:sp>
        <p:sp>
          <p:nvSpPr>
            <p:cNvPr id="244" name="Editable text 15: 10000"/>
            <p:cNvSpPr/>
            <p:nvPr/>
          </p:nvSpPr>
          <p:spPr>
            <a:xfrm>
              <a:off x="369025" y="243510"/>
              <a:ext cx="34169" cy="164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25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10000</a:t>
              </a:r>
              <a:endParaRPr lang="en-US" sz="425">
                <a:latin typeface="Arial"/>
                <a:ea typeface="Arial"/>
                <a:cs typeface="Arial"/>
              </a:endParaRPr>
            </a:p>
          </p:txBody>
        </p:sp>
        <p:sp>
          <p:nvSpPr>
            <p:cNvPr id="245" name="Editable text 16: 15000"/>
            <p:cNvSpPr/>
            <p:nvPr/>
          </p:nvSpPr>
          <p:spPr>
            <a:xfrm>
              <a:off x="532405" y="243510"/>
              <a:ext cx="34169" cy="164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25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15000</a:t>
              </a:r>
              <a:endParaRPr lang="en-US" sz="425">
                <a:latin typeface="Arial"/>
                <a:ea typeface="Arial"/>
                <a:cs typeface="Arial"/>
              </a:endParaRPr>
            </a:p>
          </p:txBody>
        </p:sp>
        <p:sp>
          <p:nvSpPr>
            <p:cNvPr id="246" name="Editable text 17: Rank in Ordered Dataset"/>
            <p:cNvSpPr/>
            <p:nvPr/>
          </p:nvSpPr>
          <p:spPr>
            <a:xfrm>
              <a:off x="228752" y="257425"/>
              <a:ext cx="166716" cy="20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531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Rank in Ordered Dataset</a:t>
              </a:r>
              <a:endParaRPr lang="en-US" sz="531">
                <a:latin typeface="Arial"/>
                <a:ea typeface="Arial"/>
                <a:cs typeface="Arial"/>
              </a:endParaRPr>
            </a:p>
          </p:txBody>
        </p:sp>
        <p:sp>
          <p:nvSpPr>
            <p:cNvPr id="247" name="Editable text 18: Ranked List Metric"/>
            <p:cNvSpPr/>
            <p:nvPr/>
          </p:nvSpPr>
          <p:spPr>
            <a:xfrm rot="16200000">
              <a:off x="-45963" y="210952"/>
              <a:ext cx="124125" cy="20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531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Ranked List Metric</a:t>
              </a:r>
              <a:endParaRPr lang="en-US" sz="531">
                <a:latin typeface="Arial"/>
                <a:ea typeface="Arial"/>
                <a:cs typeface="Arial"/>
              </a:endParaRPr>
            </a:p>
          </p:txBody>
        </p:sp>
      </p:grpSp>
      <p:pic>
        <p:nvPicPr>
          <p:cNvPr id="44" name="图片 43">
            <a:extLst>
              <a:ext uri="{FF2B5EF4-FFF2-40B4-BE49-F238E27FC236}">
                <a16:creationId xmlns:a16="http://schemas.microsoft.com/office/drawing/2014/main" id="{E8549D79-B869-F026-5083-9A7DD7ABD23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ns7:svgBlip xmlns:ns7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336462" y="8079229"/>
            <a:ext cx="2591270" cy="1295635"/>
          </a:xfrm>
          <a:prstGeom prst="rect">
            <a:avLst/>
          </a:prstGeom>
        </p:spPr>
      </p:pic>
      <p:grpSp>
        <p:nvGrpSpPr>
          <p:cNvPr id="248" name="Editable text for image8"/>
          <p:cNvGrpSpPr/>
          <p:nvPr/>
        </p:nvGrpSpPr>
        <p:grpSpPr>
          <a:xfrm>
            <a:off x="4336462" y="8079229"/>
            <a:ext cx="2591270" cy="1295635"/>
            <a:chOff x="0" y="0"/>
            <a:chExt cx="576000" cy="288000"/>
          </a:xfrm>
        </p:grpSpPr>
        <p:sp>
          <p:nvSpPr>
            <p:cNvPr id="249" name="Editable text 1: 0.0"/>
            <p:cNvSpPr/>
            <p:nvPr/>
          </p:nvSpPr>
          <p:spPr>
            <a:xfrm>
              <a:off x="28549" y="139810"/>
              <a:ext cx="17482" cy="164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25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0.0</a:t>
              </a:r>
              <a:endParaRPr lang="en-US" sz="425">
                <a:latin typeface="Arial"/>
                <a:ea typeface="Arial"/>
                <a:cs typeface="Arial"/>
              </a:endParaRPr>
            </a:p>
          </p:txBody>
        </p:sp>
        <p:sp>
          <p:nvSpPr>
            <p:cNvPr id="250" name="Editable text 2: 0.2"/>
            <p:cNvSpPr/>
            <p:nvPr/>
          </p:nvSpPr>
          <p:spPr>
            <a:xfrm>
              <a:off x="28549" y="106580"/>
              <a:ext cx="17482" cy="164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25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0.2</a:t>
              </a:r>
              <a:endParaRPr lang="en-US" sz="425">
                <a:latin typeface="Arial"/>
                <a:ea typeface="Arial"/>
                <a:cs typeface="Arial"/>
              </a:endParaRPr>
            </a:p>
          </p:txBody>
        </p:sp>
        <p:sp>
          <p:nvSpPr>
            <p:cNvPr id="251" name="Editable text 3: 0.4"/>
            <p:cNvSpPr/>
            <p:nvPr/>
          </p:nvSpPr>
          <p:spPr>
            <a:xfrm>
              <a:off x="28549" y="73360"/>
              <a:ext cx="17482" cy="164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25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0.4</a:t>
              </a:r>
              <a:endParaRPr lang="en-US" sz="425">
                <a:latin typeface="Arial"/>
                <a:ea typeface="Arial"/>
                <a:cs typeface="Arial"/>
              </a:endParaRPr>
            </a:p>
          </p:txBody>
        </p:sp>
        <p:sp>
          <p:nvSpPr>
            <p:cNvPr id="252" name="Editable text 4: 0.6"/>
            <p:cNvSpPr/>
            <p:nvPr/>
          </p:nvSpPr>
          <p:spPr>
            <a:xfrm>
              <a:off x="28549" y="40140"/>
              <a:ext cx="17482" cy="164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25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0.6</a:t>
              </a:r>
              <a:endParaRPr lang="en-US" sz="425">
                <a:latin typeface="Arial"/>
                <a:ea typeface="Arial"/>
                <a:cs typeface="Arial"/>
              </a:endParaRPr>
            </a:p>
          </p:txBody>
        </p:sp>
        <p:sp>
          <p:nvSpPr>
            <p:cNvPr id="253" name="Editable text 5: Running Enrichment Score"/>
            <p:cNvSpPr/>
            <p:nvPr/>
          </p:nvSpPr>
          <p:spPr>
            <a:xfrm rot="16200000">
              <a:off x="-73630" y="84625"/>
              <a:ext cx="179460" cy="20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531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Running Enrichment Score</a:t>
              </a:r>
              <a:endParaRPr lang="en-US" sz="531">
                <a:latin typeface="Arial"/>
                <a:ea typeface="Arial"/>
                <a:cs typeface="Arial"/>
              </a:endParaRPr>
            </a:p>
          </p:txBody>
        </p:sp>
        <p:sp>
          <p:nvSpPr>
            <p:cNvPr id="254" name="Editable text 6: ECM−receptor interaction − Rattus norvegicus (ra"/>
            <p:cNvSpPr/>
            <p:nvPr/>
          </p:nvSpPr>
          <p:spPr>
            <a:xfrm>
              <a:off x="51809" y="4720"/>
              <a:ext cx="407973" cy="247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638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ECM−receptor interaction − Rattus norvegicus (rat)</a:t>
              </a:r>
              <a:endParaRPr lang="en-US" sz="638">
                <a:latin typeface="Arial"/>
                <a:ea typeface="Arial"/>
                <a:cs typeface="Arial"/>
              </a:endParaRPr>
            </a:p>
          </p:txBody>
        </p:sp>
        <p:sp>
          <p:nvSpPr>
            <p:cNvPr id="255" name="Editable text 7: −5"/>
            <p:cNvSpPr/>
            <p:nvPr/>
          </p:nvSpPr>
          <p:spPr>
            <a:xfrm>
              <a:off x="31549" y="229890"/>
              <a:ext cx="14482" cy="164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25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−5</a:t>
              </a:r>
              <a:endParaRPr lang="en-US" sz="425">
                <a:latin typeface="Arial"/>
                <a:ea typeface="Arial"/>
                <a:cs typeface="Arial"/>
              </a:endParaRPr>
            </a:p>
          </p:txBody>
        </p:sp>
        <p:sp>
          <p:nvSpPr>
            <p:cNvPr id="256" name="Editable text 8: 0"/>
            <p:cNvSpPr/>
            <p:nvPr/>
          </p:nvSpPr>
          <p:spPr>
            <a:xfrm>
              <a:off x="35096" y="219260"/>
              <a:ext cx="14400" cy="164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25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0</a:t>
              </a:r>
              <a:endParaRPr lang="en-US" sz="425">
                <a:latin typeface="Arial"/>
                <a:ea typeface="Arial"/>
                <a:cs typeface="Arial"/>
              </a:endParaRPr>
            </a:p>
          </p:txBody>
        </p:sp>
        <p:sp>
          <p:nvSpPr>
            <p:cNvPr id="257" name="Editable text 9: 5"/>
            <p:cNvSpPr/>
            <p:nvPr/>
          </p:nvSpPr>
          <p:spPr>
            <a:xfrm>
              <a:off x="35096" y="208630"/>
              <a:ext cx="14400" cy="164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25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5</a:t>
              </a:r>
              <a:endParaRPr lang="en-US" sz="425">
                <a:latin typeface="Arial"/>
                <a:ea typeface="Arial"/>
                <a:cs typeface="Arial"/>
              </a:endParaRPr>
            </a:p>
          </p:txBody>
        </p:sp>
        <p:sp>
          <p:nvSpPr>
            <p:cNvPr id="258" name="Editable text 10: 10"/>
            <p:cNvSpPr/>
            <p:nvPr/>
          </p:nvSpPr>
          <p:spPr>
            <a:xfrm>
              <a:off x="31762" y="198010"/>
              <a:ext cx="14400" cy="164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25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10</a:t>
              </a:r>
              <a:endParaRPr lang="en-US" sz="425">
                <a:latin typeface="Arial"/>
                <a:ea typeface="Arial"/>
                <a:cs typeface="Arial"/>
              </a:endParaRPr>
            </a:p>
          </p:txBody>
        </p:sp>
        <p:sp>
          <p:nvSpPr>
            <p:cNvPr id="259" name="Editable text 11: 5000"/>
            <p:cNvSpPr/>
            <p:nvPr/>
          </p:nvSpPr>
          <p:spPr>
            <a:xfrm>
              <a:off x="204226" y="243510"/>
              <a:ext cx="27496" cy="164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25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5000</a:t>
              </a:r>
              <a:endParaRPr lang="en-US" sz="425">
                <a:latin typeface="Arial"/>
                <a:ea typeface="Arial"/>
                <a:cs typeface="Arial"/>
              </a:endParaRPr>
            </a:p>
          </p:txBody>
        </p:sp>
        <p:sp>
          <p:nvSpPr>
            <p:cNvPr id="260" name="Editable text 12: 10000"/>
            <p:cNvSpPr/>
            <p:nvPr/>
          </p:nvSpPr>
          <p:spPr>
            <a:xfrm>
              <a:off x="366545" y="243510"/>
              <a:ext cx="34169" cy="164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25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10000</a:t>
              </a:r>
              <a:endParaRPr lang="en-US" sz="425">
                <a:latin typeface="Arial"/>
                <a:ea typeface="Arial"/>
                <a:cs typeface="Arial"/>
              </a:endParaRPr>
            </a:p>
          </p:txBody>
        </p:sp>
        <p:sp>
          <p:nvSpPr>
            <p:cNvPr id="261" name="Editable text 13: 15000"/>
            <p:cNvSpPr/>
            <p:nvPr/>
          </p:nvSpPr>
          <p:spPr>
            <a:xfrm>
              <a:off x="532195" y="243510"/>
              <a:ext cx="34169" cy="164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25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15000</a:t>
              </a:r>
              <a:endParaRPr lang="en-US" sz="425">
                <a:latin typeface="Arial"/>
                <a:ea typeface="Arial"/>
                <a:cs typeface="Arial"/>
              </a:endParaRPr>
            </a:p>
          </p:txBody>
        </p:sp>
        <p:sp>
          <p:nvSpPr>
            <p:cNvPr id="262" name="Editable text 14: Rank in Ordered Dataset"/>
            <p:cNvSpPr/>
            <p:nvPr/>
          </p:nvSpPr>
          <p:spPr>
            <a:xfrm>
              <a:off x="225252" y="257425"/>
              <a:ext cx="166716" cy="20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531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Rank in Ordered Dataset</a:t>
              </a:r>
              <a:endParaRPr lang="en-US" sz="531">
                <a:latin typeface="Arial"/>
                <a:ea typeface="Arial"/>
                <a:cs typeface="Arial"/>
              </a:endParaRPr>
            </a:p>
          </p:txBody>
        </p:sp>
        <p:sp>
          <p:nvSpPr>
            <p:cNvPr id="263" name="Editable text 15: Ranked List Metric"/>
            <p:cNvSpPr/>
            <p:nvPr/>
          </p:nvSpPr>
          <p:spPr>
            <a:xfrm rot="16200000">
              <a:off x="-45963" y="210952"/>
              <a:ext cx="124125" cy="20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531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Ranked List Metric</a:t>
              </a:r>
              <a:endParaRPr lang="en-US" sz="531">
                <a:latin typeface="Arial"/>
                <a:ea typeface="Arial"/>
                <a:cs typeface="Arial"/>
              </a:endParaRPr>
            </a:p>
          </p:txBody>
        </p:sp>
      </p:grpSp>
      <p:pic>
        <p:nvPicPr>
          <p:cNvPr id="46" name="图片 45">
            <a:extLst>
              <a:ext uri="{FF2B5EF4-FFF2-40B4-BE49-F238E27FC236}">
                <a16:creationId xmlns:a16="http://schemas.microsoft.com/office/drawing/2014/main" id="{D9C5EE2D-E475-1B9C-2159-ABBB345968B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ns8:svgBlip xmlns:ns8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336462" y="9383253"/>
            <a:ext cx="2591270" cy="1295635"/>
          </a:xfrm>
          <a:prstGeom prst="rect">
            <a:avLst/>
          </a:prstGeom>
        </p:spPr>
      </p:pic>
      <p:grpSp>
        <p:nvGrpSpPr>
          <p:cNvPr id="264" name="Editable text for image9"/>
          <p:cNvGrpSpPr/>
          <p:nvPr/>
        </p:nvGrpSpPr>
        <p:grpSpPr>
          <a:xfrm>
            <a:off x="4336462" y="9383253"/>
            <a:ext cx="2591270" cy="1295635"/>
            <a:chOff x="0" y="0"/>
            <a:chExt cx="576000" cy="288000"/>
          </a:xfrm>
        </p:grpSpPr>
        <p:sp>
          <p:nvSpPr>
            <p:cNvPr id="265" name="Editable text 1: 0.0"/>
            <p:cNvSpPr/>
            <p:nvPr/>
          </p:nvSpPr>
          <p:spPr>
            <a:xfrm>
              <a:off x="28549" y="134100"/>
              <a:ext cx="17482" cy="164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25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0.0</a:t>
              </a:r>
              <a:endParaRPr lang="en-US" sz="425">
                <a:latin typeface="Arial"/>
                <a:ea typeface="Arial"/>
                <a:cs typeface="Arial"/>
              </a:endParaRPr>
            </a:p>
          </p:txBody>
        </p:sp>
        <p:sp>
          <p:nvSpPr>
            <p:cNvPr id="266" name="Editable text 2: 0.2"/>
            <p:cNvSpPr/>
            <p:nvPr/>
          </p:nvSpPr>
          <p:spPr>
            <a:xfrm>
              <a:off x="28549" y="96120"/>
              <a:ext cx="17482" cy="164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25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0.2</a:t>
              </a:r>
              <a:endParaRPr lang="en-US" sz="425">
                <a:latin typeface="Arial"/>
                <a:ea typeface="Arial"/>
                <a:cs typeface="Arial"/>
              </a:endParaRPr>
            </a:p>
          </p:txBody>
        </p:sp>
        <p:sp>
          <p:nvSpPr>
            <p:cNvPr id="267" name="Editable text 3: 0.4"/>
            <p:cNvSpPr/>
            <p:nvPr/>
          </p:nvSpPr>
          <p:spPr>
            <a:xfrm>
              <a:off x="28549" y="58140"/>
              <a:ext cx="17482" cy="164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25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0.4</a:t>
              </a:r>
              <a:endParaRPr lang="en-US" sz="425">
                <a:latin typeface="Arial"/>
                <a:ea typeface="Arial"/>
                <a:cs typeface="Arial"/>
              </a:endParaRPr>
            </a:p>
          </p:txBody>
        </p:sp>
        <p:sp>
          <p:nvSpPr>
            <p:cNvPr id="268" name="Editable text 4: Running Enrichment Score"/>
            <p:cNvSpPr/>
            <p:nvPr/>
          </p:nvSpPr>
          <p:spPr>
            <a:xfrm rot="16200000">
              <a:off x="-73630" y="84625"/>
              <a:ext cx="179460" cy="20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531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Running Enrichment Score</a:t>
              </a:r>
              <a:endParaRPr lang="en-US" sz="531">
                <a:latin typeface="Arial"/>
                <a:ea typeface="Arial"/>
                <a:cs typeface="Arial"/>
              </a:endParaRPr>
            </a:p>
          </p:txBody>
        </p:sp>
        <p:sp>
          <p:nvSpPr>
            <p:cNvPr id="269" name="Editable text 5: Integrin signaling − Rattus norvegicus (rat)"/>
            <p:cNvSpPr/>
            <p:nvPr/>
          </p:nvSpPr>
          <p:spPr>
            <a:xfrm>
              <a:off x="52032" y="4720"/>
              <a:ext cx="339471" cy="247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638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Integrin signaling − Rattus norvegicus (rat)</a:t>
              </a:r>
              <a:endParaRPr lang="en-US" sz="638">
                <a:latin typeface="Arial"/>
                <a:ea typeface="Arial"/>
                <a:cs typeface="Arial"/>
              </a:endParaRPr>
            </a:p>
          </p:txBody>
        </p:sp>
        <p:sp>
          <p:nvSpPr>
            <p:cNvPr id="270" name="Editable text 6: −5"/>
            <p:cNvSpPr/>
            <p:nvPr/>
          </p:nvSpPr>
          <p:spPr>
            <a:xfrm>
              <a:off x="31549" y="229890"/>
              <a:ext cx="14482" cy="164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25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−5</a:t>
              </a:r>
              <a:endParaRPr lang="en-US" sz="425">
                <a:latin typeface="Arial"/>
                <a:ea typeface="Arial"/>
                <a:cs typeface="Arial"/>
              </a:endParaRPr>
            </a:p>
          </p:txBody>
        </p:sp>
        <p:sp>
          <p:nvSpPr>
            <p:cNvPr id="271" name="Editable text 7: 0"/>
            <p:cNvSpPr/>
            <p:nvPr/>
          </p:nvSpPr>
          <p:spPr>
            <a:xfrm>
              <a:off x="35096" y="219260"/>
              <a:ext cx="14400" cy="164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25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0</a:t>
              </a:r>
              <a:endParaRPr lang="en-US" sz="425">
                <a:latin typeface="Arial"/>
                <a:ea typeface="Arial"/>
                <a:cs typeface="Arial"/>
              </a:endParaRPr>
            </a:p>
          </p:txBody>
        </p:sp>
        <p:sp>
          <p:nvSpPr>
            <p:cNvPr id="272" name="Editable text 8: 5"/>
            <p:cNvSpPr/>
            <p:nvPr/>
          </p:nvSpPr>
          <p:spPr>
            <a:xfrm>
              <a:off x="35096" y="208630"/>
              <a:ext cx="14400" cy="164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25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5</a:t>
              </a:r>
              <a:endParaRPr lang="en-US" sz="425">
                <a:latin typeface="Arial"/>
                <a:ea typeface="Arial"/>
                <a:cs typeface="Arial"/>
              </a:endParaRPr>
            </a:p>
          </p:txBody>
        </p:sp>
        <p:sp>
          <p:nvSpPr>
            <p:cNvPr id="273" name="Editable text 9: 10"/>
            <p:cNvSpPr/>
            <p:nvPr/>
          </p:nvSpPr>
          <p:spPr>
            <a:xfrm>
              <a:off x="31762" y="198010"/>
              <a:ext cx="14400" cy="164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25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10</a:t>
              </a:r>
              <a:endParaRPr lang="en-US" sz="425">
                <a:latin typeface="Arial"/>
                <a:ea typeface="Arial"/>
                <a:cs typeface="Arial"/>
              </a:endParaRPr>
            </a:p>
          </p:txBody>
        </p:sp>
        <p:sp>
          <p:nvSpPr>
            <p:cNvPr id="274" name="Editable text 10: 5000"/>
            <p:cNvSpPr/>
            <p:nvPr/>
          </p:nvSpPr>
          <p:spPr>
            <a:xfrm>
              <a:off x="204226" y="243510"/>
              <a:ext cx="27496" cy="164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25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5000</a:t>
              </a:r>
              <a:endParaRPr lang="en-US" sz="425">
                <a:latin typeface="Arial"/>
                <a:ea typeface="Arial"/>
                <a:cs typeface="Arial"/>
              </a:endParaRPr>
            </a:p>
          </p:txBody>
        </p:sp>
        <p:sp>
          <p:nvSpPr>
            <p:cNvPr id="275" name="Editable text 11: 10000"/>
            <p:cNvSpPr/>
            <p:nvPr/>
          </p:nvSpPr>
          <p:spPr>
            <a:xfrm>
              <a:off x="366545" y="243510"/>
              <a:ext cx="34169" cy="164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25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10000</a:t>
              </a:r>
              <a:endParaRPr lang="en-US" sz="425">
                <a:latin typeface="Arial"/>
                <a:ea typeface="Arial"/>
                <a:cs typeface="Arial"/>
              </a:endParaRPr>
            </a:p>
          </p:txBody>
        </p:sp>
        <p:sp>
          <p:nvSpPr>
            <p:cNvPr id="276" name="Editable text 12: 15000"/>
            <p:cNvSpPr/>
            <p:nvPr/>
          </p:nvSpPr>
          <p:spPr>
            <a:xfrm>
              <a:off x="532195" y="243510"/>
              <a:ext cx="34169" cy="164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25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15000</a:t>
              </a:r>
              <a:endParaRPr lang="en-US" sz="425">
                <a:latin typeface="Arial"/>
                <a:ea typeface="Arial"/>
                <a:cs typeface="Arial"/>
              </a:endParaRPr>
            </a:p>
          </p:txBody>
        </p:sp>
        <p:sp>
          <p:nvSpPr>
            <p:cNvPr id="277" name="Editable text 13: Rank in Ordered Dataset"/>
            <p:cNvSpPr/>
            <p:nvPr/>
          </p:nvSpPr>
          <p:spPr>
            <a:xfrm>
              <a:off x="225252" y="257425"/>
              <a:ext cx="166716" cy="20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531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Rank in Ordered Dataset</a:t>
              </a:r>
              <a:endParaRPr lang="en-US" sz="531">
                <a:latin typeface="Arial"/>
                <a:ea typeface="Arial"/>
                <a:cs typeface="Arial"/>
              </a:endParaRPr>
            </a:p>
          </p:txBody>
        </p:sp>
        <p:sp>
          <p:nvSpPr>
            <p:cNvPr id="278" name="Editable text 14: Ranked List Metric"/>
            <p:cNvSpPr/>
            <p:nvPr/>
          </p:nvSpPr>
          <p:spPr>
            <a:xfrm rot="16200000">
              <a:off x="-45963" y="210952"/>
              <a:ext cx="124125" cy="20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531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Ranked List Metric</a:t>
              </a:r>
              <a:endParaRPr lang="en-US" sz="531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47" name="文本框 46">
            <a:extLst>
              <a:ext uri="{FF2B5EF4-FFF2-40B4-BE49-F238E27FC236}">
                <a16:creationId xmlns:a16="http://schemas.microsoft.com/office/drawing/2014/main" id="{CA672CA0-35FA-7D7D-85EE-C98986703EDE}"/>
              </a:ext>
            </a:extLst>
          </p:cNvPr>
          <p:cNvSpPr txBox="1"/>
          <p:nvPr/>
        </p:nvSpPr>
        <p:spPr>
          <a:xfrm>
            <a:off x="3845818" y="6911649"/>
            <a:ext cx="718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G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  <a:ea typeface="Arial"/>
            </a:endParaRPr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3FB808DC-AF5D-B9B7-5FCE-D289DE6D7C96}"/>
              </a:ext>
            </a:extLst>
          </p:cNvPr>
          <p:cNvSpPr/>
          <p:nvPr/>
        </p:nvSpPr>
        <p:spPr>
          <a:xfrm rot="2225914">
            <a:off x="4730929" y="3407417"/>
            <a:ext cx="1451218" cy="2000662"/>
          </a:xfrm>
          <a:prstGeom prst="ellipse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Arial"/>
              <a:ea typeface="Arial"/>
              <a:cs typeface="Arial"/>
            </a:endParaRPr>
          </a:p>
        </p:txBody>
      </p:sp>
      <p:sp>
        <p:nvSpPr>
          <p:cNvPr id="49" name="椭圆 48">
            <a:extLst>
              <a:ext uri="{FF2B5EF4-FFF2-40B4-BE49-F238E27FC236}">
                <a16:creationId xmlns:a16="http://schemas.microsoft.com/office/drawing/2014/main" id="{4010F91B-837A-F439-7F27-721924685509}"/>
              </a:ext>
            </a:extLst>
          </p:cNvPr>
          <p:cNvSpPr/>
          <p:nvPr/>
        </p:nvSpPr>
        <p:spPr>
          <a:xfrm rot="5062872">
            <a:off x="5657956" y="4980835"/>
            <a:ext cx="840860" cy="1782982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Arial"/>
              <a:ea typeface="Arial"/>
              <a:cs typeface="Arial"/>
            </a:endParaRPr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id="{0E10848F-D4DA-D699-13E6-5DAB60DAB50D}"/>
              </a:ext>
            </a:extLst>
          </p:cNvPr>
          <p:cNvSpPr/>
          <p:nvPr/>
        </p:nvSpPr>
        <p:spPr>
          <a:xfrm rot="5062872">
            <a:off x="6302803" y="4024380"/>
            <a:ext cx="840860" cy="815948"/>
          </a:xfrm>
          <a:prstGeom prst="ellipse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Arial"/>
              <a:ea typeface="Arial"/>
              <a:cs typeface="Arial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2977C84-6DCE-C250-DD76-FF5EAC5480A6}"/>
              </a:ext>
            </a:extLst>
          </p:cNvPr>
          <p:cNvSpPr txBox="1"/>
          <p:nvPr/>
        </p:nvSpPr>
        <p:spPr>
          <a:xfrm>
            <a:off x="4564429" y="7853954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M</a:t>
            </a:r>
            <a:endParaRPr kumimoji="1" lang="zh-CN" altLang="en-US" sz="1200" dirty="0">
              <a:latin typeface="Arial" panose="020B0604020202020204" pitchFamily="34" charset="0"/>
              <a:cs typeface="Arial" panose="020B0604020202020204" pitchFamily="34" charset="0"/>
              <a:ea typeface="Arial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1321F93-EF0A-2F10-2C3B-7F5592C407AF}"/>
              </a:ext>
            </a:extLst>
          </p:cNvPr>
          <p:cNvSpPr txBox="1"/>
          <p:nvPr/>
        </p:nvSpPr>
        <p:spPr>
          <a:xfrm>
            <a:off x="6623310" y="7853954"/>
            <a:ext cx="2952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C</a:t>
            </a:r>
            <a:endParaRPr kumimoji="1" lang="zh-CN" altLang="en-US" sz="1200" dirty="0">
              <a:latin typeface="Arial" panose="020B0604020202020204" pitchFamily="34" charset="0"/>
              <a:cs typeface="Arial" panose="020B0604020202020204" pitchFamily="34" charset="0"/>
              <a:ea typeface="Arial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1C0173F-D69C-D339-6B60-8FE0D083F822}"/>
              </a:ext>
            </a:extLst>
          </p:cNvPr>
          <p:cNvSpPr txBox="1"/>
          <p:nvPr/>
        </p:nvSpPr>
        <p:spPr>
          <a:xfrm>
            <a:off x="4564429" y="9170292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M</a:t>
            </a:r>
            <a:endParaRPr kumimoji="1" lang="zh-CN" altLang="en-US" sz="1200" dirty="0">
              <a:latin typeface="Arial" panose="020B0604020202020204" pitchFamily="34" charset="0"/>
              <a:cs typeface="Arial" panose="020B0604020202020204" pitchFamily="34" charset="0"/>
              <a:ea typeface="Arial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90E3478-37E5-0279-B42B-A3F883DDE25F}"/>
              </a:ext>
            </a:extLst>
          </p:cNvPr>
          <p:cNvSpPr txBox="1"/>
          <p:nvPr/>
        </p:nvSpPr>
        <p:spPr>
          <a:xfrm>
            <a:off x="6623310" y="9170292"/>
            <a:ext cx="2952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C</a:t>
            </a:r>
            <a:endParaRPr kumimoji="1" lang="zh-CN" altLang="en-US" sz="1200" dirty="0">
              <a:latin typeface="Arial" panose="020B0604020202020204" pitchFamily="34" charset="0"/>
              <a:cs typeface="Arial" panose="020B0604020202020204" pitchFamily="34" charset="0"/>
              <a:ea typeface="Arial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B73566D-B9D3-99A8-191A-62DE1BED275B}"/>
              </a:ext>
            </a:extLst>
          </p:cNvPr>
          <p:cNvSpPr txBox="1"/>
          <p:nvPr/>
        </p:nvSpPr>
        <p:spPr>
          <a:xfrm>
            <a:off x="4564429" y="10471012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M</a:t>
            </a:r>
            <a:endParaRPr kumimoji="1" lang="zh-CN" altLang="en-US" sz="1200" dirty="0">
              <a:latin typeface="Arial" panose="020B0604020202020204" pitchFamily="34" charset="0"/>
              <a:cs typeface="Arial" panose="020B0604020202020204" pitchFamily="34" charset="0"/>
              <a:ea typeface="Arial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356A666-0BAB-5B01-9C9F-A32FFB4B8958}"/>
              </a:ext>
            </a:extLst>
          </p:cNvPr>
          <p:cNvSpPr txBox="1"/>
          <p:nvPr/>
        </p:nvSpPr>
        <p:spPr>
          <a:xfrm>
            <a:off x="6623310" y="10471012"/>
            <a:ext cx="2952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C</a:t>
            </a:r>
            <a:endParaRPr kumimoji="1" lang="zh-CN" altLang="en-US" sz="1200" dirty="0">
              <a:latin typeface="Arial" panose="020B0604020202020204" pitchFamily="34" charset="0"/>
              <a:cs typeface="Arial" panose="020B0604020202020204" pitchFamily="34" charset="0"/>
              <a:ea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660365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Arial" panose="020F0302020204030204"/>
        <a:ea typeface="Arial"/>
        <a:cs typeface="Arial"/>
        <a:font script="Jpan" typeface="Arial"/>
        <a:font script="Hang" typeface="Arial"/>
        <a:font script="Hans" typeface="Arial"/>
        <a:font script="Hant" typeface="Arial"/>
        <a:font script="Arab" typeface="Arial"/>
        <a:font script="Hebr" typeface="Arial"/>
        <a:font script="Thai" typeface="Arial"/>
        <a:font script="Ethi" typeface="Arial"/>
        <a:font script="Beng" typeface="Arial"/>
        <a:font script="Gujr" typeface="Arial"/>
        <a:font script="Khmr" typeface="Arial"/>
        <a:font script="Knda" typeface="Arial"/>
        <a:font script="Guru" typeface="Arial"/>
        <a:font script="Cans" typeface="Arial"/>
        <a:font script="Cher" typeface="Arial"/>
        <a:font script="Yiii" typeface="Arial"/>
        <a:font script="Tibt" typeface="Arial"/>
        <a:font script="Thaa" typeface="Arial"/>
        <a:font script="Deva" typeface="Arial"/>
        <a:font script="Telu" typeface="Arial"/>
        <a:font script="Taml" typeface="Arial"/>
        <a:font script="Syrc" typeface="Arial"/>
        <a:font script="Orya" typeface="Arial"/>
        <a:font script="Mlym" typeface="Arial"/>
        <a:font script="Laoo" typeface="Arial"/>
        <a:font script="Sinh" typeface="Arial"/>
        <a:font script="Mong" typeface="Arial"/>
        <a:font script="Viet" typeface="Arial"/>
        <a:font script="Uigh" typeface="Arial"/>
        <a:font script="Geor" typeface="Arial"/>
      </a:majorFont>
      <a:minorFont>
        <a:latin typeface="Arial" panose="020F0502020204030204"/>
        <a:ea typeface="Arial"/>
        <a:cs typeface="Arial"/>
        <a:font script="Jpan" typeface="Arial"/>
        <a:font script="Hang" typeface="Arial"/>
        <a:font script="Hans" typeface="Arial"/>
        <a:font script="Hant" typeface="Arial"/>
        <a:font script="Arab" typeface="Arial"/>
        <a:font script="Hebr" typeface="Arial"/>
        <a:font script="Thai" typeface="Arial"/>
        <a:font script="Ethi" typeface="Arial"/>
        <a:font script="Beng" typeface="Arial"/>
        <a:font script="Gujr" typeface="Arial"/>
        <a:font script="Khmr" typeface="Arial"/>
        <a:font script="Knda" typeface="Arial"/>
        <a:font script="Guru" typeface="Arial"/>
        <a:font script="Cans" typeface="Arial"/>
        <a:font script="Cher" typeface="Arial"/>
        <a:font script="Yiii" typeface="Arial"/>
        <a:font script="Tibt" typeface="Arial"/>
        <a:font script="Thaa" typeface="Arial"/>
        <a:font script="Deva" typeface="Arial"/>
        <a:font script="Telu" typeface="Arial"/>
        <a:font script="Taml" typeface="Arial"/>
        <a:font script="Syrc" typeface="Arial"/>
        <a:font script="Orya" typeface="Arial"/>
        <a:font script="Mlym" typeface="Arial"/>
        <a:font script="Laoo" typeface="Arial"/>
        <a:font script="Sinh" typeface="Arial"/>
        <a:font script="Mong" typeface="Arial"/>
        <a:font script="Viet" typeface="Arial"/>
        <a:font script="Uigh" typeface="Arial"/>
        <a:font script="Geor" typeface="Arial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1799</TotalTime>
  <Words>247</Words>
  <Application>Microsoft Macintosh PowerPoint</Application>
  <PresentationFormat>自定义</PresentationFormat>
  <Paragraphs>54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鑫业 张</dc:creator>
  <cp:lastModifiedBy>张 鑫业</cp:lastModifiedBy>
  <cp:revision>31</cp:revision>
  <dcterms:created xsi:type="dcterms:W3CDTF">2025-12-11T01:24:21Z</dcterms:created>
  <dcterms:modified xsi:type="dcterms:W3CDTF">2026-10-22T11:35:05Z</dcterms:modified>
</cp:coreProperties>
</file>